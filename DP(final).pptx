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5500" rtl="0" fontAlgn="auto" latinLnBrk="0" hangingPunct="0">
      <a:lnSpc>
        <a:spcPct val="10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6000" u="none" kumimoji="0" normalizeH="0">
        <a:ln>
          <a:noFill/>
        </a:ln>
        <a:solidFill>
          <a:srgbClr val="000000"/>
        </a:solidFill>
        <a:effectLst/>
        <a:uFillTx/>
        <a:latin typeface="Palatino"/>
        <a:ea typeface="Palatino"/>
        <a:cs typeface="Palatino"/>
        <a:sym typeface="Palatino"/>
      </a:defRPr>
    </a:lvl1pPr>
    <a:lvl2pPr marL="0" marR="0" indent="0" algn="l" defTabSz="825500" rtl="0" fontAlgn="auto" latinLnBrk="0" hangingPunct="0">
      <a:lnSpc>
        <a:spcPct val="10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6000" u="none" kumimoji="0" normalizeH="0">
        <a:ln>
          <a:noFill/>
        </a:ln>
        <a:solidFill>
          <a:srgbClr val="000000"/>
        </a:solidFill>
        <a:effectLst/>
        <a:uFillTx/>
        <a:latin typeface="Palatino"/>
        <a:ea typeface="Palatino"/>
        <a:cs typeface="Palatino"/>
        <a:sym typeface="Palatino"/>
      </a:defRPr>
    </a:lvl2pPr>
    <a:lvl3pPr marL="0" marR="0" indent="0" algn="l" defTabSz="825500" rtl="0" fontAlgn="auto" latinLnBrk="0" hangingPunct="0">
      <a:lnSpc>
        <a:spcPct val="10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6000" u="none" kumimoji="0" normalizeH="0">
        <a:ln>
          <a:noFill/>
        </a:ln>
        <a:solidFill>
          <a:srgbClr val="000000"/>
        </a:solidFill>
        <a:effectLst/>
        <a:uFillTx/>
        <a:latin typeface="Palatino"/>
        <a:ea typeface="Palatino"/>
        <a:cs typeface="Palatino"/>
        <a:sym typeface="Palatino"/>
      </a:defRPr>
    </a:lvl3pPr>
    <a:lvl4pPr marL="0" marR="0" indent="0" algn="l" defTabSz="825500" rtl="0" fontAlgn="auto" latinLnBrk="0" hangingPunct="0">
      <a:lnSpc>
        <a:spcPct val="10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6000" u="none" kumimoji="0" normalizeH="0">
        <a:ln>
          <a:noFill/>
        </a:ln>
        <a:solidFill>
          <a:srgbClr val="000000"/>
        </a:solidFill>
        <a:effectLst/>
        <a:uFillTx/>
        <a:latin typeface="Palatino"/>
        <a:ea typeface="Palatino"/>
        <a:cs typeface="Palatino"/>
        <a:sym typeface="Palatino"/>
      </a:defRPr>
    </a:lvl4pPr>
    <a:lvl5pPr marL="0" marR="0" indent="0" algn="l" defTabSz="825500" rtl="0" fontAlgn="auto" latinLnBrk="0" hangingPunct="0">
      <a:lnSpc>
        <a:spcPct val="10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6000" u="none" kumimoji="0" normalizeH="0">
        <a:ln>
          <a:noFill/>
        </a:ln>
        <a:solidFill>
          <a:srgbClr val="000000"/>
        </a:solidFill>
        <a:effectLst/>
        <a:uFillTx/>
        <a:latin typeface="Palatino"/>
        <a:ea typeface="Palatino"/>
        <a:cs typeface="Palatino"/>
        <a:sym typeface="Palatino"/>
      </a:defRPr>
    </a:lvl5pPr>
    <a:lvl6pPr marL="0" marR="0" indent="0" algn="l" defTabSz="825500" rtl="0" fontAlgn="auto" latinLnBrk="0" hangingPunct="0">
      <a:lnSpc>
        <a:spcPct val="10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6000" u="none" kumimoji="0" normalizeH="0">
        <a:ln>
          <a:noFill/>
        </a:ln>
        <a:solidFill>
          <a:srgbClr val="000000"/>
        </a:solidFill>
        <a:effectLst/>
        <a:uFillTx/>
        <a:latin typeface="Palatino"/>
        <a:ea typeface="Palatino"/>
        <a:cs typeface="Palatino"/>
        <a:sym typeface="Palatino"/>
      </a:defRPr>
    </a:lvl6pPr>
    <a:lvl7pPr marL="0" marR="0" indent="0" algn="l" defTabSz="825500" rtl="0" fontAlgn="auto" latinLnBrk="0" hangingPunct="0">
      <a:lnSpc>
        <a:spcPct val="10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6000" u="none" kumimoji="0" normalizeH="0">
        <a:ln>
          <a:noFill/>
        </a:ln>
        <a:solidFill>
          <a:srgbClr val="000000"/>
        </a:solidFill>
        <a:effectLst/>
        <a:uFillTx/>
        <a:latin typeface="Palatino"/>
        <a:ea typeface="Palatino"/>
        <a:cs typeface="Palatino"/>
        <a:sym typeface="Palatino"/>
      </a:defRPr>
    </a:lvl7pPr>
    <a:lvl8pPr marL="0" marR="0" indent="0" algn="l" defTabSz="825500" rtl="0" fontAlgn="auto" latinLnBrk="0" hangingPunct="0">
      <a:lnSpc>
        <a:spcPct val="10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6000" u="none" kumimoji="0" normalizeH="0">
        <a:ln>
          <a:noFill/>
        </a:ln>
        <a:solidFill>
          <a:srgbClr val="000000"/>
        </a:solidFill>
        <a:effectLst/>
        <a:uFillTx/>
        <a:latin typeface="Palatino"/>
        <a:ea typeface="Palatino"/>
        <a:cs typeface="Palatino"/>
        <a:sym typeface="Palatino"/>
      </a:defRPr>
    </a:lvl8pPr>
    <a:lvl9pPr marL="0" marR="0" indent="0" algn="l" defTabSz="825500" rtl="0" fontAlgn="auto" latinLnBrk="0" hangingPunct="0">
      <a:lnSpc>
        <a:spcPct val="10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6000" u="none" kumimoji="0" normalizeH="0">
        <a:ln>
          <a:noFill/>
        </a:ln>
        <a:solidFill>
          <a:srgbClr val="000000"/>
        </a:solidFill>
        <a:effectLst/>
        <a:uFillTx/>
        <a:latin typeface="Palatino"/>
        <a:ea typeface="Palatino"/>
        <a:cs typeface="Palatino"/>
        <a:sym typeface="Palatino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Palatino"/>
          <a:ea typeface="Palatino"/>
          <a:cs typeface="Palatino"/>
        </a:font>
        <a:srgbClr val="615F5C"/>
      </a:tcTxStyle>
      <a:tcStyle>
        <a:tcBdr>
          <a:left>
            <a:ln w="12700" cap="flat">
              <a:solidFill>
                <a:srgbClr val="7695B6"/>
              </a:solidFill>
              <a:prstDash val="solid"/>
              <a:miter lim="400000"/>
            </a:ln>
          </a:left>
          <a:right>
            <a:ln w="12700" cap="flat">
              <a:solidFill>
                <a:srgbClr val="7695B6"/>
              </a:solidFill>
              <a:prstDash val="solid"/>
              <a:miter lim="400000"/>
            </a:ln>
          </a:right>
          <a:top>
            <a:ln w="12700" cap="flat">
              <a:solidFill>
                <a:srgbClr val="7695B6"/>
              </a:solidFill>
              <a:prstDash val="solid"/>
              <a:miter lim="400000"/>
            </a:ln>
          </a:top>
          <a:bottom>
            <a:ln w="12700" cap="flat">
              <a:solidFill>
                <a:srgbClr val="7695B6"/>
              </a:solidFill>
              <a:prstDash val="solid"/>
              <a:miter lim="400000"/>
            </a:ln>
          </a:bottom>
          <a:insideH>
            <a:ln w="12700" cap="flat">
              <a:solidFill>
                <a:srgbClr val="7695B6"/>
              </a:solidFill>
              <a:prstDash val="solid"/>
              <a:miter lim="400000"/>
            </a:ln>
          </a:insideH>
          <a:insideV>
            <a:ln w="12700" cap="flat">
              <a:solidFill>
                <a:srgbClr val="7695B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C5C7C9">
              <a:alpha val="30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6F4EF"/>
      </a:tcTxStyle>
      <a:tcStyle>
        <a:tcBdr>
          <a:left>
            <a:ln w="12700" cap="flat">
              <a:solidFill>
                <a:srgbClr val="7695B6"/>
              </a:solidFill>
              <a:prstDash val="solid"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D6D3CB">
                  <a:alpha val="85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D6D3CB">
                  <a:alpha val="85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D6D3CB">
                  <a:alpha val="85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7695B6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615F5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7695B6"/>
              </a:solidFill>
              <a:prstDash val="solid"/>
              <a:miter lim="400000"/>
            </a:ln>
          </a:top>
          <a:bottom>
            <a:ln w="12700" cap="flat">
              <a:solidFill>
                <a:srgbClr val="7695B6"/>
              </a:solidFill>
              <a:prstDash val="solid"/>
              <a:miter lim="400000"/>
            </a:ln>
          </a:bottom>
          <a:insideH>
            <a:ln w="12700" cap="flat">
              <a:solidFill>
                <a:srgbClr val="7695B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6F4E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7695B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7695B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Palatino"/>
          <a:ea typeface="Palatino"/>
          <a:cs typeface="Palatino"/>
        </a:font>
        <a:srgbClr val="615F5C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EEBE2">
              <a:alpha val="85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6F4E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615F5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6F4E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EEE7283C-3CF3-47DC-8721-378D4A62B228}" styleName="">
    <a:tblBg/>
    <a:wholeTbl>
      <a:tcTxStyle b="off" i="off">
        <a:font>
          <a:latin typeface="Palatino"/>
          <a:ea typeface="Palatino"/>
          <a:cs typeface="Palatino"/>
        </a:font>
        <a:srgbClr val="615F5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615F5C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615F5C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615F5C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BD8CD">
              <a:alpha val="85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615F5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615F5C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615F5C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615F5C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615F5C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EEBE2">
              <a:alpha val="85000"/>
            </a:srgbClr>
          </a:solidFill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F3F1D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F3F1D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F821DB8-F4EB-4A41-A1BA-3FCAFE7338EE}" styleName="">
    <a:tblBg/>
    <a:wholeTbl>
      <a:tcTxStyle b="off" i="off">
        <a:font>
          <a:latin typeface="Palatino"/>
          <a:ea typeface="Palatino"/>
          <a:cs typeface="Palatino"/>
        </a:font>
        <a:srgbClr val="615F5C"/>
      </a:tcTxStyle>
      <a:tcStyle>
        <a:tcBdr>
          <a:left>
            <a:ln w="12700" cap="flat">
              <a:solidFill>
                <a:srgbClr val="A8A49D"/>
              </a:solidFill>
              <a:prstDash val="solid"/>
              <a:miter lim="400000"/>
            </a:ln>
          </a:left>
          <a:right>
            <a:ln w="12700" cap="flat">
              <a:solidFill>
                <a:srgbClr val="A8A49D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solidFill>
                <a:srgbClr val="A8A49D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C4C1BA">
              <a:alpha val="85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6F4E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solidFill>
                <a:srgbClr val="F3F1DF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F6F4E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F3F1D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6F4E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F3F1D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33BA23B1-9221-436E-865A-0063620EA4FD}" styleName="">
    <a:tblBg/>
    <a:wholeTbl>
      <a:tcTxStyle b="off" i="off">
        <a:font>
          <a:latin typeface="Palatino"/>
          <a:ea typeface="Palatino"/>
          <a:cs typeface="Palatino"/>
        </a:font>
        <a:srgbClr val="615F5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D6D3CB"/>
              </a:solidFill>
              <a:custDash>
                <a:ds d="200000" sp="200000"/>
              </a:custDash>
              <a:miter lim="400000"/>
            </a:ln>
          </a:top>
          <a:bottom>
            <a:ln w="25400" cap="flat">
              <a:solidFill>
                <a:srgbClr val="D6D3CB"/>
              </a:solidFill>
              <a:custDash>
                <a:ds d="200000" sp="200000"/>
              </a:custDash>
              <a:miter lim="400000"/>
            </a:ln>
          </a:bottom>
          <a:insideH>
            <a:ln w="25400" cap="flat">
              <a:solidFill>
                <a:srgbClr val="D6D3CB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EEBE2">
              <a:alpha val="85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6F4E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solidFill>
                <a:srgbClr val="D6D3CB"/>
              </a:solidFill>
              <a:prstDash val="solid"/>
              <a:miter lim="400000"/>
            </a:ln>
          </a:insideV>
        </a:tcBdr>
        <a:fill>
          <a:solidFill>
            <a:srgbClr val="8C8982"/>
          </a:solidFill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F6F4E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D6D3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A8A49D"/>
          </a:solidFill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6F4E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D6D3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A8A49D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Palatino"/>
          <a:ea typeface="Palatino"/>
          <a:cs typeface="Palatino"/>
        </a:font>
        <a:srgbClr val="615F5C"/>
      </a:tcTxStyle>
      <a:tcStyle>
        <a:tcBdr>
          <a:left>
            <a:ln w="25400" cap="flat">
              <a:solidFill>
                <a:srgbClr val="D6D3CB"/>
              </a:solidFill>
              <a:custDash>
                <a:ds d="200000" sp="200000"/>
              </a:custDash>
              <a:miter lim="400000"/>
            </a:ln>
          </a:left>
          <a:right>
            <a:ln w="25400" cap="flat">
              <a:solidFill>
                <a:srgbClr val="D6D3CB"/>
              </a:solidFill>
              <a:custDash>
                <a:ds d="200000" sp="200000"/>
              </a:custDash>
              <a:miter lim="400000"/>
            </a:ln>
          </a:right>
          <a:top>
            <a:ln w="25400" cap="flat">
              <a:solidFill>
                <a:srgbClr val="D6D3CB"/>
              </a:solidFill>
              <a:custDash>
                <a:ds d="200000" sp="200000"/>
              </a:custDash>
              <a:miter lim="400000"/>
            </a:ln>
          </a:top>
          <a:bottom>
            <a:ln w="25400" cap="flat">
              <a:solidFill>
                <a:srgbClr val="D6D3CB"/>
              </a:solidFill>
              <a:custDash>
                <a:ds d="200000" sp="200000"/>
              </a:custDash>
              <a:miter lim="400000"/>
            </a:ln>
          </a:bottom>
          <a:insideH>
            <a:ln w="25400" cap="flat">
              <a:solidFill>
                <a:srgbClr val="D6D3CB"/>
              </a:solidFill>
              <a:custDash>
                <a:ds d="200000" sp="200000"/>
              </a:custDash>
              <a:miter lim="400000"/>
            </a:ln>
          </a:insideH>
          <a:insideV>
            <a:ln w="25400" cap="flat">
              <a:solidFill>
                <a:srgbClr val="D6D3CB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EEBE2">
              <a:alpha val="85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615F5C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D6D3CB"/>
              </a:solidFill>
              <a:prstDash val="solid"/>
              <a:miter lim="400000"/>
            </a:ln>
          </a:right>
          <a:top>
            <a:ln w="25400" cap="flat">
              <a:solidFill>
                <a:srgbClr val="D6D3CB"/>
              </a:solidFill>
              <a:custDash>
                <a:ds d="200000" sp="200000"/>
              </a:custDash>
              <a:miter lim="400000"/>
            </a:ln>
          </a:top>
          <a:bottom>
            <a:ln w="25400" cap="flat">
              <a:solidFill>
                <a:srgbClr val="D6D3CB"/>
              </a:solidFill>
              <a:custDash>
                <a:ds d="200000" sp="200000"/>
              </a:custDash>
              <a:miter lim="400000"/>
            </a:ln>
          </a:bottom>
          <a:insideH>
            <a:ln w="25400" cap="flat">
              <a:solidFill>
                <a:srgbClr val="D6D3CB"/>
              </a:solidFill>
              <a:custDash>
                <a:ds d="200000" sp="200000"/>
              </a:custDash>
              <a:miter lim="400000"/>
            </a:ln>
          </a:insideH>
          <a:insideV>
            <a:ln w="25400" cap="flat">
              <a:solidFill>
                <a:srgbClr val="D6D3CB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615F5C"/>
      </a:tcTxStyle>
      <a:tcStyle>
        <a:tcBdr>
          <a:left>
            <a:ln w="25400" cap="flat">
              <a:solidFill>
                <a:srgbClr val="D6D3CB"/>
              </a:solidFill>
              <a:prstDash val="solid"/>
              <a:miter lim="400000"/>
            </a:ln>
          </a:left>
          <a:right>
            <a:ln w="25400" cap="flat">
              <a:solidFill>
                <a:srgbClr val="D6D3CB"/>
              </a:solidFill>
              <a:prstDash val="solid"/>
              <a:miter lim="400000"/>
            </a:ln>
          </a:right>
          <a:top>
            <a:ln w="25400" cap="flat">
              <a:solidFill>
                <a:srgbClr val="D6D3CB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D6D3CB"/>
              </a:solidFill>
              <a:prstDash val="solid"/>
              <a:miter lim="400000"/>
            </a:ln>
          </a:insideH>
          <a:insideV>
            <a:ln w="25400" cap="flat">
              <a:solidFill>
                <a:srgbClr val="D6D3CB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615F5C"/>
      </a:tcTxStyle>
      <a:tcStyle>
        <a:tcBdr>
          <a:left>
            <a:ln w="25400" cap="flat">
              <a:solidFill>
                <a:srgbClr val="D6D3CB"/>
              </a:solidFill>
              <a:prstDash val="solid"/>
              <a:miter lim="400000"/>
            </a:ln>
          </a:left>
          <a:right>
            <a:ln w="25400" cap="flat">
              <a:solidFill>
                <a:srgbClr val="D6D3CB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D6D3CB"/>
              </a:solidFill>
              <a:prstDash val="solid"/>
              <a:miter lim="400000"/>
            </a:ln>
          </a:bottom>
          <a:insideH>
            <a:ln w="25400" cap="flat">
              <a:solidFill>
                <a:srgbClr val="D6D3CB"/>
              </a:solidFill>
              <a:prstDash val="solid"/>
              <a:miter lim="400000"/>
            </a:ln>
          </a:insideH>
          <a:insideV>
            <a:ln w="25400" cap="flat">
              <a:solidFill>
                <a:srgbClr val="D6D3CB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2" name="Shape 15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线条"/>
          <p:cNvSpPr/>
          <p:nvPr/>
        </p:nvSpPr>
        <p:spPr>
          <a:xfrm>
            <a:off x="762000" y="12128500"/>
            <a:ext cx="22860000" cy="0"/>
          </a:xfrm>
          <a:prstGeom prst="line">
            <a:avLst/>
          </a:prstGeom>
          <a:ln w="12700">
            <a:solidFill>
              <a:schemeClr val="accent1">
                <a:hueOff val="109193"/>
                <a:satOff val="-4874"/>
                <a:lumOff val="12971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4" name="线条"/>
          <p:cNvSpPr/>
          <p:nvPr/>
        </p:nvSpPr>
        <p:spPr>
          <a:xfrm>
            <a:off x="762000" y="12192000"/>
            <a:ext cx="22860000" cy="0"/>
          </a:xfrm>
          <a:prstGeom prst="line">
            <a:avLst/>
          </a:prstGeom>
          <a:ln w="12700">
            <a:solidFill>
              <a:schemeClr val="accent1">
                <a:hueOff val="109193"/>
                <a:satOff val="-4874"/>
                <a:lumOff val="12971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5" name="日期"/>
          <p:cNvSpPr txBox="1"/>
          <p:nvPr>
            <p:ph type="body" sz="quarter" idx="21"/>
          </p:nvPr>
        </p:nvSpPr>
        <p:spPr>
          <a:xfrm>
            <a:off x="692667" y="12410876"/>
            <a:ext cx="22974301" cy="5207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ClrTx/>
              <a:buSzTx/>
              <a:buFontTx/>
              <a:buNone/>
              <a:defRPr i="1" sz="2400">
                <a:solidFill>
                  <a:srgbClr val="5C86B9"/>
                </a:solidFill>
              </a:defRPr>
            </a:lvl1pPr>
          </a:lstStyle>
          <a:p>
            <a:pPr/>
            <a:r>
              <a:t>日期</a:t>
            </a:r>
          </a:p>
        </p:txBody>
      </p:sp>
      <p:sp>
        <p:nvSpPr>
          <p:cNvPr id="16" name="标题文本"/>
          <p:cNvSpPr txBox="1"/>
          <p:nvPr>
            <p:ph type="title"/>
          </p:nvPr>
        </p:nvSpPr>
        <p:spPr>
          <a:xfrm>
            <a:off x="673100" y="8305800"/>
            <a:ext cx="23050500" cy="2959100"/>
          </a:xfrm>
          <a:prstGeom prst="rect">
            <a:avLst/>
          </a:prstGeom>
        </p:spPr>
        <p:txBody>
          <a:bodyPr anchor="b"/>
          <a:lstStyle/>
          <a:p>
            <a:pPr/>
            <a:r>
              <a:t>标题文本</a:t>
            </a:r>
          </a:p>
        </p:txBody>
      </p:sp>
      <p:sp>
        <p:nvSpPr>
          <p:cNvPr id="17" name="正文级别 1…"/>
          <p:cNvSpPr txBox="1"/>
          <p:nvPr>
            <p:ph type="body" sz="quarter" idx="1"/>
          </p:nvPr>
        </p:nvSpPr>
        <p:spPr>
          <a:xfrm>
            <a:off x="673100" y="11252200"/>
            <a:ext cx="23050500" cy="711200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1400"/>
              </a:spcBef>
              <a:buClrTx/>
              <a:buSzTx/>
              <a:buFontTx/>
              <a:buNone/>
              <a:defRPr sz="3200">
                <a:solidFill>
                  <a:srgbClr val="5C86B9"/>
                </a:solidFill>
              </a:defRPr>
            </a:lvl1pPr>
            <a:lvl2pPr marL="0" indent="0">
              <a:spcBef>
                <a:spcPts val="1400"/>
              </a:spcBef>
              <a:buClrTx/>
              <a:buSzTx/>
              <a:buFontTx/>
              <a:buNone/>
              <a:defRPr sz="3200">
                <a:solidFill>
                  <a:srgbClr val="5C86B9"/>
                </a:solidFill>
              </a:defRPr>
            </a:lvl2pPr>
            <a:lvl3pPr marL="0" indent="0">
              <a:spcBef>
                <a:spcPts val="1400"/>
              </a:spcBef>
              <a:buClrTx/>
              <a:buSzTx/>
              <a:buFontTx/>
              <a:buNone/>
              <a:defRPr sz="3200">
                <a:solidFill>
                  <a:srgbClr val="5C86B9"/>
                </a:solidFill>
              </a:defRPr>
            </a:lvl3pPr>
            <a:lvl4pPr marL="0" indent="0">
              <a:spcBef>
                <a:spcPts val="1400"/>
              </a:spcBef>
              <a:buClrTx/>
              <a:buSzTx/>
              <a:buFontTx/>
              <a:buNone/>
              <a:defRPr sz="3200">
                <a:solidFill>
                  <a:srgbClr val="5C86B9"/>
                </a:solidFill>
              </a:defRPr>
            </a:lvl4pPr>
            <a:lvl5pPr marL="0" indent="0">
              <a:spcBef>
                <a:spcPts val="1400"/>
              </a:spcBef>
              <a:buClrTx/>
              <a:buSzTx/>
              <a:buFontTx/>
              <a:buNone/>
              <a:defRPr sz="3200">
                <a:solidFill>
                  <a:srgbClr val="5C86B9"/>
                </a:solidFill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24863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照片 - 水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线条"/>
          <p:cNvSpPr/>
          <p:nvPr/>
        </p:nvSpPr>
        <p:spPr>
          <a:xfrm>
            <a:off x="762000" y="12128500"/>
            <a:ext cx="22860000" cy="0"/>
          </a:xfrm>
          <a:prstGeom prst="line">
            <a:avLst/>
          </a:prstGeom>
          <a:ln w="12700">
            <a:solidFill>
              <a:schemeClr val="accent1">
                <a:hueOff val="109193"/>
                <a:satOff val="-4874"/>
                <a:lumOff val="12971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6" name="线条"/>
          <p:cNvSpPr/>
          <p:nvPr/>
        </p:nvSpPr>
        <p:spPr>
          <a:xfrm>
            <a:off x="762000" y="12192000"/>
            <a:ext cx="22860000" cy="0"/>
          </a:xfrm>
          <a:prstGeom prst="line">
            <a:avLst/>
          </a:prstGeom>
          <a:ln w="12700">
            <a:solidFill>
              <a:schemeClr val="accent1">
                <a:hueOff val="109193"/>
                <a:satOff val="-4874"/>
                <a:lumOff val="12971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7" name="日期"/>
          <p:cNvSpPr txBox="1"/>
          <p:nvPr>
            <p:ph type="body" sz="quarter" idx="21"/>
          </p:nvPr>
        </p:nvSpPr>
        <p:spPr>
          <a:xfrm>
            <a:off x="692667" y="12410876"/>
            <a:ext cx="22974301" cy="5207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ClrTx/>
              <a:buSzTx/>
              <a:buFontTx/>
              <a:buNone/>
              <a:defRPr i="1" sz="2400">
                <a:solidFill>
                  <a:srgbClr val="5C86B9"/>
                </a:solidFill>
              </a:defRPr>
            </a:lvl1pPr>
          </a:lstStyle>
          <a:p>
            <a:pPr/>
            <a:r>
              <a:t>日期</a:t>
            </a:r>
          </a:p>
        </p:txBody>
      </p:sp>
      <p:sp>
        <p:nvSpPr>
          <p:cNvPr id="28" name="三个小孩微笑的黑白照片"/>
          <p:cNvSpPr/>
          <p:nvPr>
            <p:ph type="pic" idx="22"/>
          </p:nvPr>
        </p:nvSpPr>
        <p:spPr>
          <a:xfrm>
            <a:off x="698500" y="-698500"/>
            <a:ext cx="23012400" cy="1643628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9" name="标题文本"/>
          <p:cNvSpPr txBox="1"/>
          <p:nvPr>
            <p:ph type="title"/>
          </p:nvPr>
        </p:nvSpPr>
        <p:spPr>
          <a:xfrm>
            <a:off x="673100" y="9715500"/>
            <a:ext cx="23050500" cy="1549400"/>
          </a:xfrm>
          <a:prstGeom prst="rect">
            <a:avLst/>
          </a:prstGeom>
        </p:spPr>
        <p:txBody>
          <a:bodyPr anchor="b"/>
          <a:lstStyle/>
          <a:p>
            <a:pPr/>
            <a:r>
              <a:t>标题文本</a:t>
            </a:r>
          </a:p>
        </p:txBody>
      </p:sp>
      <p:sp>
        <p:nvSpPr>
          <p:cNvPr id="30" name="正文级别 1…"/>
          <p:cNvSpPr txBox="1"/>
          <p:nvPr>
            <p:ph type="body" sz="quarter" idx="1"/>
          </p:nvPr>
        </p:nvSpPr>
        <p:spPr>
          <a:xfrm>
            <a:off x="673100" y="11252200"/>
            <a:ext cx="23050500" cy="711200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1400"/>
              </a:spcBef>
              <a:buClrTx/>
              <a:buSzTx/>
              <a:buFontTx/>
              <a:buNone/>
              <a:defRPr sz="3200">
                <a:solidFill>
                  <a:srgbClr val="5C86B9"/>
                </a:solidFill>
              </a:defRPr>
            </a:lvl1pPr>
            <a:lvl2pPr marL="0" indent="0">
              <a:spcBef>
                <a:spcPts val="1400"/>
              </a:spcBef>
              <a:buClrTx/>
              <a:buSzTx/>
              <a:buFontTx/>
              <a:buNone/>
              <a:defRPr sz="3200">
                <a:solidFill>
                  <a:srgbClr val="5C86B9"/>
                </a:solidFill>
              </a:defRPr>
            </a:lvl2pPr>
            <a:lvl3pPr marL="0" indent="0">
              <a:spcBef>
                <a:spcPts val="1400"/>
              </a:spcBef>
              <a:buClrTx/>
              <a:buSzTx/>
              <a:buFontTx/>
              <a:buNone/>
              <a:defRPr sz="3200">
                <a:solidFill>
                  <a:srgbClr val="5C86B9"/>
                </a:solidFill>
              </a:defRPr>
            </a:lvl3pPr>
            <a:lvl4pPr marL="0" indent="0">
              <a:spcBef>
                <a:spcPts val="1400"/>
              </a:spcBef>
              <a:buClrTx/>
              <a:buSzTx/>
              <a:buFontTx/>
              <a:buNone/>
              <a:defRPr sz="3200">
                <a:solidFill>
                  <a:srgbClr val="5C86B9"/>
                </a:solidFill>
              </a:defRPr>
            </a:lvl4pPr>
            <a:lvl5pPr marL="0" indent="0">
              <a:spcBef>
                <a:spcPts val="1400"/>
              </a:spcBef>
              <a:buClrTx/>
              <a:buSzTx/>
              <a:buFontTx/>
              <a:buNone/>
              <a:defRPr sz="3200">
                <a:solidFill>
                  <a:srgbClr val="5C86B9"/>
                </a:solidFill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标题 - 居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线条"/>
          <p:cNvSpPr/>
          <p:nvPr/>
        </p:nvSpPr>
        <p:spPr>
          <a:xfrm>
            <a:off x="762000" y="6845300"/>
            <a:ext cx="22860000" cy="0"/>
          </a:xfrm>
          <a:prstGeom prst="line">
            <a:avLst/>
          </a:prstGeom>
          <a:ln w="12700">
            <a:solidFill>
              <a:schemeClr val="accent1">
                <a:hueOff val="109193"/>
                <a:satOff val="-4874"/>
                <a:lumOff val="12971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39" name="线条"/>
          <p:cNvSpPr/>
          <p:nvPr/>
        </p:nvSpPr>
        <p:spPr>
          <a:xfrm>
            <a:off x="762000" y="6908800"/>
            <a:ext cx="22860000" cy="0"/>
          </a:xfrm>
          <a:prstGeom prst="line">
            <a:avLst/>
          </a:prstGeom>
          <a:ln w="12700">
            <a:solidFill>
              <a:schemeClr val="accent1">
                <a:hueOff val="109193"/>
                <a:satOff val="-4874"/>
                <a:lumOff val="12971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40" name="标题文本"/>
          <p:cNvSpPr txBox="1"/>
          <p:nvPr>
            <p:ph type="title"/>
          </p:nvPr>
        </p:nvSpPr>
        <p:spPr>
          <a:xfrm>
            <a:off x="673100" y="3695700"/>
            <a:ext cx="23050500" cy="2959100"/>
          </a:xfrm>
          <a:prstGeom prst="rect">
            <a:avLst/>
          </a:prstGeom>
        </p:spPr>
        <p:txBody>
          <a:bodyPr anchor="b"/>
          <a:lstStyle/>
          <a:p>
            <a:pPr/>
            <a:r>
              <a:t>标题文本</a:t>
            </a:r>
          </a:p>
        </p:txBody>
      </p:sp>
      <p:sp>
        <p:nvSpPr>
          <p:cNvPr id="4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照片 - 垂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成组"/>
          <p:cNvGrpSpPr/>
          <p:nvPr/>
        </p:nvGrpSpPr>
        <p:grpSpPr>
          <a:xfrm>
            <a:off x="673100" y="7416800"/>
            <a:ext cx="10909300" cy="63500"/>
            <a:chOff x="0" y="0"/>
            <a:chExt cx="10909299" cy="63500"/>
          </a:xfrm>
        </p:grpSpPr>
        <p:sp>
          <p:nvSpPr>
            <p:cNvPr id="48" name="线条"/>
            <p:cNvSpPr/>
            <p:nvPr/>
          </p:nvSpPr>
          <p:spPr>
            <a:xfrm>
              <a:off x="0" y="0"/>
              <a:ext cx="10909300" cy="0"/>
            </a:xfrm>
            <a:prstGeom prst="line">
              <a:avLst/>
            </a:prstGeom>
            <a:noFill/>
            <a:ln w="12700" cap="flat">
              <a:solidFill>
                <a:schemeClr val="accent1">
                  <a:hueOff val="109193"/>
                  <a:satOff val="-4874"/>
                  <a:lumOff val="12971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57200"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9" name="线条"/>
            <p:cNvSpPr/>
            <p:nvPr/>
          </p:nvSpPr>
          <p:spPr>
            <a:xfrm>
              <a:off x="0" y="63500"/>
              <a:ext cx="10909300" cy="0"/>
            </a:xfrm>
            <a:prstGeom prst="line">
              <a:avLst/>
            </a:prstGeom>
            <a:noFill/>
            <a:ln w="12700" cap="flat">
              <a:solidFill>
                <a:schemeClr val="accent1">
                  <a:hueOff val="109193"/>
                  <a:satOff val="-4874"/>
                  <a:lumOff val="12971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57200"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sp>
        <p:nvSpPr>
          <p:cNvPr id="51" name="一个微笑的小孩望向远方的黑白写真照片"/>
          <p:cNvSpPr/>
          <p:nvPr>
            <p:ph type="pic" idx="21"/>
          </p:nvPr>
        </p:nvSpPr>
        <p:spPr>
          <a:xfrm>
            <a:off x="10883900" y="0"/>
            <a:ext cx="16205200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52" name="标题文本"/>
          <p:cNvSpPr txBox="1"/>
          <p:nvPr>
            <p:ph type="title"/>
          </p:nvPr>
        </p:nvSpPr>
        <p:spPr>
          <a:xfrm>
            <a:off x="673100" y="2717800"/>
            <a:ext cx="10909300" cy="4559300"/>
          </a:xfrm>
          <a:prstGeom prst="rect">
            <a:avLst/>
          </a:prstGeom>
        </p:spPr>
        <p:txBody>
          <a:bodyPr anchor="b"/>
          <a:lstStyle/>
          <a:p>
            <a:pPr/>
            <a:r>
              <a:t>标题文本</a:t>
            </a:r>
          </a:p>
        </p:txBody>
      </p:sp>
      <p:sp>
        <p:nvSpPr>
          <p:cNvPr id="53" name="正文级别 1…"/>
          <p:cNvSpPr txBox="1"/>
          <p:nvPr>
            <p:ph type="body" sz="quarter" idx="1"/>
          </p:nvPr>
        </p:nvSpPr>
        <p:spPr>
          <a:xfrm>
            <a:off x="673100" y="7607300"/>
            <a:ext cx="10909300" cy="4737100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1400"/>
              </a:spcBef>
              <a:buClrTx/>
              <a:buSzTx/>
              <a:buFontTx/>
              <a:buNone/>
              <a:defRPr sz="3200">
                <a:solidFill>
                  <a:srgbClr val="5C86B9"/>
                </a:solidFill>
              </a:defRPr>
            </a:lvl1pPr>
            <a:lvl2pPr marL="0" indent="0">
              <a:spcBef>
                <a:spcPts val="1400"/>
              </a:spcBef>
              <a:buClrTx/>
              <a:buSzTx/>
              <a:buFontTx/>
              <a:buNone/>
              <a:defRPr sz="3200">
                <a:solidFill>
                  <a:srgbClr val="5C86B9"/>
                </a:solidFill>
              </a:defRPr>
            </a:lvl2pPr>
            <a:lvl3pPr marL="0" indent="0">
              <a:spcBef>
                <a:spcPts val="1400"/>
              </a:spcBef>
              <a:buClrTx/>
              <a:buSzTx/>
              <a:buFontTx/>
              <a:buNone/>
              <a:defRPr sz="3200">
                <a:solidFill>
                  <a:srgbClr val="5C86B9"/>
                </a:solidFill>
              </a:defRPr>
            </a:lvl3pPr>
            <a:lvl4pPr marL="0" indent="0">
              <a:spcBef>
                <a:spcPts val="1400"/>
              </a:spcBef>
              <a:buClrTx/>
              <a:buSzTx/>
              <a:buFontTx/>
              <a:buNone/>
              <a:defRPr sz="3200">
                <a:solidFill>
                  <a:srgbClr val="5C86B9"/>
                </a:solidFill>
              </a:defRPr>
            </a:lvl4pPr>
            <a:lvl5pPr marL="0" indent="0">
              <a:spcBef>
                <a:spcPts val="1400"/>
              </a:spcBef>
              <a:buClrTx/>
              <a:buSzTx/>
              <a:buFontTx/>
              <a:buNone/>
              <a:defRPr sz="3200">
                <a:solidFill>
                  <a:srgbClr val="5C86B9"/>
                </a:solidFill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sx="100000" sy="100000" kx="0" ky="0" algn="b" rotWithShape="0" blurRad="38100" dist="15537" dir="5392174">
                    <a:srgbClr val="000000">
                      <a:alpha val="78421"/>
                    </a:srgbClr>
                  </a:outerShdw>
                </a:effectLst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 - 顶部对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6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70" name="正文级别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线条"/>
          <p:cNvSpPr/>
          <p:nvPr/>
        </p:nvSpPr>
        <p:spPr>
          <a:xfrm>
            <a:off x="762000" y="3606800"/>
            <a:ext cx="10668000" cy="0"/>
          </a:xfrm>
          <a:prstGeom prst="line">
            <a:avLst/>
          </a:prstGeom>
          <a:ln w="12700">
            <a:solidFill>
              <a:schemeClr val="accent1">
                <a:hueOff val="109193"/>
                <a:satOff val="-4874"/>
                <a:lumOff val="12971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79" name="线条"/>
          <p:cNvSpPr/>
          <p:nvPr/>
        </p:nvSpPr>
        <p:spPr>
          <a:xfrm>
            <a:off x="762000" y="3683000"/>
            <a:ext cx="10668000" cy="0"/>
          </a:xfrm>
          <a:prstGeom prst="line">
            <a:avLst/>
          </a:prstGeom>
          <a:ln w="12700">
            <a:solidFill>
              <a:schemeClr val="accent1">
                <a:hueOff val="109193"/>
                <a:satOff val="-4874"/>
                <a:lumOff val="12971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80" name="面带微笑的母亲与其成年孩子碰额头的黑白写真照片"/>
          <p:cNvSpPr/>
          <p:nvPr>
            <p:ph type="pic" idx="21"/>
          </p:nvPr>
        </p:nvSpPr>
        <p:spPr>
          <a:xfrm>
            <a:off x="11366500" y="-1511300"/>
            <a:ext cx="13093700" cy="1673319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1" name="标题文本"/>
          <p:cNvSpPr txBox="1"/>
          <p:nvPr>
            <p:ph type="title"/>
          </p:nvPr>
        </p:nvSpPr>
        <p:spPr>
          <a:xfrm>
            <a:off x="673100" y="622300"/>
            <a:ext cx="10909300" cy="2870200"/>
          </a:xfrm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82" name="正文级别 1…"/>
          <p:cNvSpPr txBox="1"/>
          <p:nvPr>
            <p:ph type="body" sz="half" idx="1"/>
          </p:nvPr>
        </p:nvSpPr>
        <p:spPr>
          <a:xfrm>
            <a:off x="673100" y="4191000"/>
            <a:ext cx="10909300" cy="8890000"/>
          </a:xfrm>
          <a:prstGeom prst="rect">
            <a:avLst/>
          </a:prstGeom>
        </p:spPr>
        <p:txBody>
          <a:bodyPr/>
          <a:lstStyle>
            <a:lvl1pPr marL="571500" indent="-571500">
              <a:spcBef>
                <a:spcPts val="5300"/>
              </a:spcBef>
              <a:defRPr sz="4200"/>
            </a:lvl1pPr>
            <a:lvl2pPr marL="1143000" indent="-571500">
              <a:spcBef>
                <a:spcPts val="5300"/>
              </a:spcBef>
              <a:defRPr sz="4200"/>
            </a:lvl2pPr>
            <a:lvl3pPr marL="1714500" indent="-571500">
              <a:spcBef>
                <a:spcPts val="5300"/>
              </a:spcBef>
              <a:defRPr sz="4200"/>
            </a:lvl3pPr>
            <a:lvl4pPr marL="2286000" indent="-571500">
              <a:spcBef>
                <a:spcPts val="5300"/>
              </a:spcBef>
              <a:defRPr sz="4200"/>
            </a:lvl4pPr>
            <a:lvl5pPr marL="2857500" indent="-571500">
              <a:spcBef>
                <a:spcPts val="5300"/>
              </a:spcBef>
              <a:defRPr sz="42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sx="100000" sy="100000" kx="0" ky="0" algn="b" rotWithShape="0" blurRad="38100" dist="15537" dir="5392174">
                    <a:srgbClr val="000000">
                      <a:alpha val="78421"/>
                    </a:srgbClr>
                  </a:outerShdw>
                </a:effectLst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标题文本"/>
          <p:cNvSpPr txBox="1"/>
          <p:nvPr>
            <p:ph type="title"/>
          </p:nvPr>
        </p:nvSpPr>
        <p:spPr>
          <a:xfrm>
            <a:off x="673100" y="622300"/>
            <a:ext cx="22948900" cy="2870200"/>
          </a:xfrm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91" name="正文级别 1…"/>
          <p:cNvSpPr txBox="1"/>
          <p:nvPr>
            <p:ph type="body" sz="half" idx="1"/>
          </p:nvPr>
        </p:nvSpPr>
        <p:spPr>
          <a:xfrm>
            <a:off x="673100" y="4191000"/>
            <a:ext cx="10909300" cy="8890000"/>
          </a:xfrm>
          <a:prstGeom prst="rect">
            <a:avLst/>
          </a:prstGeom>
        </p:spPr>
        <p:txBody>
          <a:bodyPr/>
          <a:lstStyle>
            <a:lvl1pPr marL="571500" indent="-571500">
              <a:spcBef>
                <a:spcPts val="5300"/>
              </a:spcBef>
              <a:defRPr sz="4200"/>
            </a:lvl1pPr>
            <a:lvl2pPr marL="1143000" indent="-571500">
              <a:spcBef>
                <a:spcPts val="5300"/>
              </a:spcBef>
              <a:defRPr sz="4200"/>
            </a:lvl2pPr>
            <a:lvl3pPr marL="1714500" indent="-571500">
              <a:spcBef>
                <a:spcPts val="5300"/>
              </a:spcBef>
              <a:defRPr sz="4200"/>
            </a:lvl3pPr>
            <a:lvl4pPr marL="2286000" indent="-571500">
              <a:spcBef>
                <a:spcPts val="5300"/>
              </a:spcBef>
              <a:defRPr sz="4200"/>
            </a:lvl4pPr>
            <a:lvl5pPr marL="2857500" indent="-571500">
              <a:spcBef>
                <a:spcPts val="5300"/>
              </a:spcBef>
              <a:defRPr sz="42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9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sx="100000" sy="100000" kx="0" ky="0" algn="b" rotWithShape="0" blurRad="38100" dist="15537" dir="5392174">
                    <a:srgbClr val="000000">
                      <a:alpha val="78421"/>
                    </a:srgbClr>
                  </a:outerShdw>
                </a:effectLst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线条"/>
          <p:cNvSpPr/>
          <p:nvPr/>
        </p:nvSpPr>
        <p:spPr>
          <a:xfrm>
            <a:off x="762000" y="3606800"/>
            <a:ext cx="10668000" cy="0"/>
          </a:xfrm>
          <a:prstGeom prst="line">
            <a:avLst/>
          </a:prstGeom>
          <a:ln w="12700">
            <a:solidFill>
              <a:schemeClr val="accent1">
                <a:hueOff val="109193"/>
                <a:satOff val="-4874"/>
                <a:lumOff val="12971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00" name="线条"/>
          <p:cNvSpPr/>
          <p:nvPr/>
        </p:nvSpPr>
        <p:spPr>
          <a:xfrm>
            <a:off x="762000" y="3683000"/>
            <a:ext cx="10668000" cy="0"/>
          </a:xfrm>
          <a:prstGeom prst="line">
            <a:avLst/>
          </a:prstGeom>
          <a:ln w="12700">
            <a:solidFill>
              <a:schemeClr val="accent1">
                <a:hueOff val="109193"/>
                <a:satOff val="-4874"/>
                <a:lumOff val="12971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01" name="标题文本"/>
          <p:cNvSpPr txBox="1"/>
          <p:nvPr>
            <p:ph type="title"/>
          </p:nvPr>
        </p:nvSpPr>
        <p:spPr>
          <a:xfrm>
            <a:off x="673100" y="622300"/>
            <a:ext cx="10909300" cy="2870200"/>
          </a:xfrm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102" name="正文级别 1…"/>
          <p:cNvSpPr txBox="1"/>
          <p:nvPr>
            <p:ph type="body" sz="half" idx="1"/>
          </p:nvPr>
        </p:nvSpPr>
        <p:spPr>
          <a:xfrm>
            <a:off x="673100" y="4191000"/>
            <a:ext cx="10909300" cy="8890000"/>
          </a:xfrm>
          <a:prstGeom prst="rect">
            <a:avLst/>
          </a:prstGeom>
        </p:spPr>
        <p:txBody>
          <a:bodyPr/>
          <a:lstStyle>
            <a:lvl1pPr marL="571500" indent="-571500">
              <a:spcBef>
                <a:spcPts val="5300"/>
              </a:spcBef>
              <a:defRPr sz="4200"/>
            </a:lvl1pPr>
            <a:lvl2pPr marL="1143000" indent="-571500">
              <a:spcBef>
                <a:spcPts val="5300"/>
              </a:spcBef>
              <a:defRPr sz="4200"/>
            </a:lvl2pPr>
            <a:lvl3pPr marL="1714500" indent="-571500">
              <a:spcBef>
                <a:spcPts val="5300"/>
              </a:spcBef>
              <a:defRPr sz="4200"/>
            </a:lvl3pPr>
            <a:lvl4pPr marL="2286000" indent="-571500">
              <a:spcBef>
                <a:spcPts val="5300"/>
              </a:spcBef>
              <a:defRPr sz="4200"/>
            </a:lvl4pPr>
            <a:lvl5pPr marL="2857500" indent="-571500">
              <a:spcBef>
                <a:spcPts val="5300"/>
              </a:spcBef>
              <a:defRPr sz="42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0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sx="100000" sy="100000" kx="0" ky="0" algn="b" rotWithShape="0" blurRad="38100" dist="15537" dir="5392174">
                    <a:srgbClr val="000000">
                      <a:alpha val="78421"/>
                    </a:srgbClr>
                  </a:outerShdw>
                </a:effectLst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正文级别 1…"/>
          <p:cNvSpPr txBox="1"/>
          <p:nvPr>
            <p:ph type="body" idx="1"/>
          </p:nvPr>
        </p:nvSpPr>
        <p:spPr>
          <a:xfrm>
            <a:off x="673100" y="622300"/>
            <a:ext cx="23050500" cy="12471400"/>
          </a:xfrm>
          <a:prstGeom prst="rect">
            <a:avLst/>
          </a:prstGeom>
        </p:spPr>
        <p:txBody>
          <a:bodyPr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24863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面带微笑的母亲与其成年孩子碰额头的黑白写真照片"/>
          <p:cNvSpPr/>
          <p:nvPr>
            <p:ph type="pic" sz="half" idx="21"/>
          </p:nvPr>
        </p:nvSpPr>
        <p:spPr>
          <a:xfrm>
            <a:off x="15760700" y="4995231"/>
            <a:ext cx="7404100" cy="946212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19" name="三个小孩微笑的黑白照片"/>
          <p:cNvSpPr/>
          <p:nvPr>
            <p:ph type="pic" sz="quarter" idx="22"/>
          </p:nvPr>
        </p:nvSpPr>
        <p:spPr>
          <a:xfrm>
            <a:off x="15582900" y="952500"/>
            <a:ext cx="7772400" cy="554998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20" name="一个微笑的小孩望向远方的黑白写真照片"/>
          <p:cNvSpPr/>
          <p:nvPr>
            <p:ph type="pic" idx="23"/>
          </p:nvPr>
        </p:nvSpPr>
        <p:spPr>
          <a:xfrm>
            <a:off x="1206500" y="488578"/>
            <a:ext cx="14173200" cy="11996126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2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24863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“在此键入引文。”"/>
          <p:cNvSpPr txBox="1"/>
          <p:nvPr>
            <p:ph type="body" sz="quarter" idx="21"/>
          </p:nvPr>
        </p:nvSpPr>
        <p:spPr>
          <a:xfrm>
            <a:off x="2387600" y="6064250"/>
            <a:ext cx="19621500" cy="8509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5300"/>
              </a:spcBef>
              <a:buClrTx/>
              <a:buSzTx/>
              <a:buFontTx/>
              <a:buNone/>
              <a:defRPr sz="4200"/>
            </a:lvl1pPr>
          </a:lstStyle>
          <a:p>
            <a:pPr/>
            <a:r>
              <a:t>“在此键入引文。”</a:t>
            </a:r>
          </a:p>
        </p:txBody>
      </p:sp>
      <p:sp>
        <p:nvSpPr>
          <p:cNvPr id="129" name="–苏子柔"/>
          <p:cNvSpPr txBox="1"/>
          <p:nvPr>
            <p:ph type="body" sz="quarter" idx="22"/>
          </p:nvPr>
        </p:nvSpPr>
        <p:spPr>
          <a:xfrm>
            <a:off x="2387600" y="8953500"/>
            <a:ext cx="19621500" cy="8509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1700"/>
              </a:spcBef>
              <a:buClrTx/>
              <a:buSzTx/>
              <a:buFontTx/>
              <a:buNone/>
              <a:defRPr i="1" sz="4200">
                <a:solidFill>
                  <a:srgbClr val="5C86B9"/>
                </a:solidFill>
              </a:defRPr>
            </a:lvl1pPr>
          </a:lstStyle>
          <a:p>
            <a:pPr/>
            <a:r>
              <a:t>–苏子柔</a:t>
            </a:r>
          </a:p>
        </p:txBody>
      </p:sp>
      <p:sp>
        <p:nvSpPr>
          <p:cNvPr id="13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24863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三个小孩微笑的黑白照片"/>
          <p:cNvSpPr/>
          <p:nvPr>
            <p:ph type="pic" idx="21"/>
          </p:nvPr>
        </p:nvSpPr>
        <p:spPr>
          <a:xfrm>
            <a:off x="0" y="-1828800"/>
            <a:ext cx="24384000" cy="174159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3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sx="100000" sy="100000" kx="0" ky="0" algn="b" rotWithShape="0" blurRad="38100" dist="15537" dir="5392174">
                    <a:srgbClr val="000000">
                      <a:alpha val="78421"/>
                    </a:srgbClr>
                  </a:outerShdw>
                </a:effectLst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24863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线条"/>
          <p:cNvSpPr/>
          <p:nvPr/>
        </p:nvSpPr>
        <p:spPr>
          <a:xfrm>
            <a:off x="762000" y="3606800"/>
            <a:ext cx="22860000" cy="0"/>
          </a:xfrm>
          <a:prstGeom prst="line">
            <a:avLst/>
          </a:prstGeom>
          <a:ln w="12700">
            <a:solidFill>
              <a:schemeClr val="accent1">
                <a:hueOff val="109193"/>
                <a:satOff val="-4874"/>
                <a:lumOff val="12971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3" name="线条"/>
          <p:cNvSpPr/>
          <p:nvPr/>
        </p:nvSpPr>
        <p:spPr>
          <a:xfrm>
            <a:off x="762000" y="3683000"/>
            <a:ext cx="22860000" cy="0"/>
          </a:xfrm>
          <a:prstGeom prst="line">
            <a:avLst/>
          </a:prstGeom>
          <a:ln w="12700">
            <a:solidFill>
              <a:schemeClr val="accent1">
                <a:hueOff val="109193"/>
                <a:satOff val="-4874"/>
                <a:lumOff val="12971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4" name="标题文本"/>
          <p:cNvSpPr txBox="1"/>
          <p:nvPr>
            <p:ph type="title"/>
          </p:nvPr>
        </p:nvSpPr>
        <p:spPr>
          <a:xfrm>
            <a:off x="673100" y="622300"/>
            <a:ext cx="23050500" cy="287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5" name="正文级别 1…"/>
          <p:cNvSpPr txBox="1"/>
          <p:nvPr>
            <p:ph type="body" idx="1"/>
          </p:nvPr>
        </p:nvSpPr>
        <p:spPr>
          <a:xfrm>
            <a:off x="673100" y="4191000"/>
            <a:ext cx="23050500" cy="889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" name="幻灯片编号"/>
          <p:cNvSpPr txBox="1"/>
          <p:nvPr>
            <p:ph type="sldNum" sz="quarter" idx="2"/>
          </p:nvPr>
        </p:nvSpPr>
        <p:spPr>
          <a:xfrm>
            <a:off x="23228300" y="12979400"/>
            <a:ext cx="393700" cy="4699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0"/>
              </a:spcBef>
              <a:defRPr sz="2200">
                <a:solidFill>
                  <a:schemeClr val="accent1">
                    <a:hueOff val="54750"/>
                    <a:satOff val="-1697"/>
                    <a:lumOff val="-18038"/>
                  </a:schemeClr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transition xmlns:p14="http://schemas.microsoft.com/office/powerpoint/2010/main" spd="med" advClick="1"/>
  <p:txStyles>
    <p:titleStyle>
      <a:lvl1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97" strike="noStrike" sz="9900" u="none">
          <a:solidFill>
            <a:schemeClr val="accent1">
              <a:hueOff val="54750"/>
              <a:satOff val="-1697"/>
              <a:lumOff val="-18038"/>
            </a:schemeClr>
          </a:solidFill>
          <a:uFillTx/>
          <a:latin typeface="+mn-lt"/>
          <a:ea typeface="+mn-ea"/>
          <a:cs typeface="+mn-cs"/>
          <a:sym typeface="Didot"/>
        </a:defRPr>
      </a:lvl1pPr>
      <a:lvl2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97" strike="noStrike" sz="9900" u="none">
          <a:solidFill>
            <a:schemeClr val="accent1">
              <a:hueOff val="54750"/>
              <a:satOff val="-1697"/>
              <a:lumOff val="-18038"/>
            </a:schemeClr>
          </a:solidFill>
          <a:uFillTx/>
          <a:latin typeface="+mn-lt"/>
          <a:ea typeface="+mn-ea"/>
          <a:cs typeface="+mn-cs"/>
          <a:sym typeface="Didot"/>
        </a:defRPr>
      </a:lvl2pPr>
      <a:lvl3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97" strike="noStrike" sz="9900" u="none">
          <a:solidFill>
            <a:schemeClr val="accent1">
              <a:hueOff val="54750"/>
              <a:satOff val="-1697"/>
              <a:lumOff val="-18038"/>
            </a:schemeClr>
          </a:solidFill>
          <a:uFillTx/>
          <a:latin typeface="+mn-lt"/>
          <a:ea typeface="+mn-ea"/>
          <a:cs typeface="+mn-cs"/>
          <a:sym typeface="Didot"/>
        </a:defRPr>
      </a:lvl3pPr>
      <a:lvl4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97" strike="noStrike" sz="9900" u="none">
          <a:solidFill>
            <a:schemeClr val="accent1">
              <a:hueOff val="54750"/>
              <a:satOff val="-1697"/>
              <a:lumOff val="-18038"/>
            </a:schemeClr>
          </a:solidFill>
          <a:uFillTx/>
          <a:latin typeface="+mn-lt"/>
          <a:ea typeface="+mn-ea"/>
          <a:cs typeface="+mn-cs"/>
          <a:sym typeface="Didot"/>
        </a:defRPr>
      </a:lvl4pPr>
      <a:lvl5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97" strike="noStrike" sz="9900" u="none">
          <a:solidFill>
            <a:schemeClr val="accent1">
              <a:hueOff val="54750"/>
              <a:satOff val="-1697"/>
              <a:lumOff val="-18038"/>
            </a:schemeClr>
          </a:solidFill>
          <a:uFillTx/>
          <a:latin typeface="+mn-lt"/>
          <a:ea typeface="+mn-ea"/>
          <a:cs typeface="+mn-cs"/>
          <a:sym typeface="Didot"/>
        </a:defRPr>
      </a:lvl5pPr>
      <a:lvl6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97" strike="noStrike" sz="9900" u="none">
          <a:solidFill>
            <a:schemeClr val="accent1">
              <a:hueOff val="54750"/>
              <a:satOff val="-1697"/>
              <a:lumOff val="-18038"/>
            </a:schemeClr>
          </a:solidFill>
          <a:uFillTx/>
          <a:latin typeface="+mn-lt"/>
          <a:ea typeface="+mn-ea"/>
          <a:cs typeface="+mn-cs"/>
          <a:sym typeface="Didot"/>
        </a:defRPr>
      </a:lvl6pPr>
      <a:lvl7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97" strike="noStrike" sz="9900" u="none">
          <a:solidFill>
            <a:schemeClr val="accent1">
              <a:hueOff val="54750"/>
              <a:satOff val="-1697"/>
              <a:lumOff val="-18038"/>
            </a:schemeClr>
          </a:solidFill>
          <a:uFillTx/>
          <a:latin typeface="+mn-lt"/>
          <a:ea typeface="+mn-ea"/>
          <a:cs typeface="+mn-cs"/>
          <a:sym typeface="Didot"/>
        </a:defRPr>
      </a:lvl7pPr>
      <a:lvl8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97" strike="noStrike" sz="9900" u="none">
          <a:solidFill>
            <a:schemeClr val="accent1">
              <a:hueOff val="54750"/>
              <a:satOff val="-1697"/>
              <a:lumOff val="-18038"/>
            </a:schemeClr>
          </a:solidFill>
          <a:uFillTx/>
          <a:latin typeface="+mn-lt"/>
          <a:ea typeface="+mn-ea"/>
          <a:cs typeface="+mn-cs"/>
          <a:sym typeface="Didot"/>
        </a:defRPr>
      </a:lvl8pPr>
      <a:lvl9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97" strike="noStrike" sz="9900" u="none">
          <a:solidFill>
            <a:schemeClr val="accent1">
              <a:hueOff val="54750"/>
              <a:satOff val="-1697"/>
              <a:lumOff val="-18038"/>
            </a:schemeClr>
          </a:solidFill>
          <a:uFillTx/>
          <a:latin typeface="+mn-lt"/>
          <a:ea typeface="+mn-ea"/>
          <a:cs typeface="+mn-cs"/>
          <a:sym typeface="Didot"/>
        </a:defRPr>
      </a:lvl9pPr>
    </p:titleStyle>
    <p:bodyStyle>
      <a:lvl1pPr marL="1727200" marR="0" indent="-1587500" algn="l" defTabSz="825500" rtl="0" latinLnBrk="0">
        <a:lnSpc>
          <a:spcPct val="100000"/>
        </a:lnSpc>
        <a:spcBef>
          <a:spcPts val="3000"/>
        </a:spcBef>
        <a:spcAft>
          <a:spcPts val="0"/>
        </a:spcAft>
        <a:buClr>
          <a:srgbClr val="5C86B9"/>
        </a:buClr>
        <a:buSzPct val="70000"/>
        <a:buFont typeface="Times Roman"/>
        <a:buChar char="•"/>
        <a:tabLst/>
        <a:defRPr b="0" baseline="0" cap="none" i="0" spc="0" strike="noStrike" sz="6000" u="none">
          <a:solidFill>
            <a:srgbClr val="000000"/>
          </a:solidFill>
          <a:uFillTx/>
          <a:latin typeface="Palatino"/>
          <a:ea typeface="Palatino"/>
          <a:cs typeface="Palatino"/>
          <a:sym typeface="Palatino"/>
        </a:defRPr>
      </a:lvl1pPr>
      <a:lvl2pPr marL="1866900" marR="0" indent="-1587500" algn="l" defTabSz="825500" rtl="0" latinLnBrk="0">
        <a:lnSpc>
          <a:spcPct val="100000"/>
        </a:lnSpc>
        <a:spcBef>
          <a:spcPts val="3000"/>
        </a:spcBef>
        <a:spcAft>
          <a:spcPts val="0"/>
        </a:spcAft>
        <a:buClr>
          <a:srgbClr val="5C86B9"/>
        </a:buClr>
        <a:buSzPct val="70000"/>
        <a:buFont typeface="Times Roman"/>
        <a:buChar char="•"/>
        <a:tabLst/>
        <a:defRPr b="0" baseline="0" cap="none" i="0" spc="0" strike="noStrike" sz="6000" u="none">
          <a:solidFill>
            <a:srgbClr val="000000"/>
          </a:solidFill>
          <a:uFillTx/>
          <a:latin typeface="Palatino"/>
          <a:ea typeface="Palatino"/>
          <a:cs typeface="Palatino"/>
          <a:sym typeface="Palatino"/>
        </a:defRPr>
      </a:lvl2pPr>
      <a:lvl3pPr marL="2006600" marR="0" indent="-1587500" algn="l" defTabSz="825500" rtl="0" latinLnBrk="0">
        <a:lnSpc>
          <a:spcPct val="100000"/>
        </a:lnSpc>
        <a:spcBef>
          <a:spcPts val="3000"/>
        </a:spcBef>
        <a:spcAft>
          <a:spcPts val="0"/>
        </a:spcAft>
        <a:buClr>
          <a:srgbClr val="5C86B9"/>
        </a:buClr>
        <a:buSzPct val="70000"/>
        <a:buFont typeface="Times Roman"/>
        <a:buChar char="•"/>
        <a:tabLst/>
        <a:defRPr b="0" baseline="0" cap="none" i="0" spc="0" strike="noStrike" sz="6000" u="none">
          <a:solidFill>
            <a:srgbClr val="000000"/>
          </a:solidFill>
          <a:uFillTx/>
          <a:latin typeface="Palatino"/>
          <a:ea typeface="Palatino"/>
          <a:cs typeface="Palatino"/>
          <a:sym typeface="Palatino"/>
        </a:defRPr>
      </a:lvl3pPr>
      <a:lvl4pPr marL="2146300" marR="0" indent="-1587500" algn="l" defTabSz="825500" rtl="0" latinLnBrk="0">
        <a:lnSpc>
          <a:spcPct val="100000"/>
        </a:lnSpc>
        <a:spcBef>
          <a:spcPts val="3000"/>
        </a:spcBef>
        <a:spcAft>
          <a:spcPts val="0"/>
        </a:spcAft>
        <a:buClr>
          <a:srgbClr val="5C86B9"/>
        </a:buClr>
        <a:buSzPct val="70000"/>
        <a:buFont typeface="Times Roman"/>
        <a:buChar char="•"/>
        <a:tabLst/>
        <a:defRPr b="0" baseline="0" cap="none" i="0" spc="0" strike="noStrike" sz="6000" u="none">
          <a:solidFill>
            <a:srgbClr val="000000"/>
          </a:solidFill>
          <a:uFillTx/>
          <a:latin typeface="Palatino"/>
          <a:ea typeface="Palatino"/>
          <a:cs typeface="Palatino"/>
          <a:sym typeface="Palatino"/>
        </a:defRPr>
      </a:lvl4pPr>
      <a:lvl5pPr marL="2286000" marR="0" indent="-1587500" algn="l" defTabSz="825500" rtl="0" latinLnBrk="0">
        <a:lnSpc>
          <a:spcPct val="100000"/>
        </a:lnSpc>
        <a:spcBef>
          <a:spcPts val="3000"/>
        </a:spcBef>
        <a:spcAft>
          <a:spcPts val="0"/>
        </a:spcAft>
        <a:buClr>
          <a:srgbClr val="5C86B9"/>
        </a:buClr>
        <a:buSzPct val="70000"/>
        <a:buFont typeface="Times Roman"/>
        <a:buChar char="•"/>
        <a:tabLst/>
        <a:defRPr b="0" baseline="0" cap="none" i="0" spc="0" strike="noStrike" sz="6000" u="none">
          <a:solidFill>
            <a:srgbClr val="000000"/>
          </a:solidFill>
          <a:uFillTx/>
          <a:latin typeface="Palatino"/>
          <a:ea typeface="Palatino"/>
          <a:cs typeface="Palatino"/>
          <a:sym typeface="Palatino"/>
        </a:defRPr>
      </a:lvl5pPr>
      <a:lvl6pPr marL="2425700" marR="0" indent="-1587500" algn="l" defTabSz="825500" rtl="0" latinLnBrk="0">
        <a:lnSpc>
          <a:spcPct val="100000"/>
        </a:lnSpc>
        <a:spcBef>
          <a:spcPts val="3000"/>
        </a:spcBef>
        <a:spcAft>
          <a:spcPts val="0"/>
        </a:spcAft>
        <a:buClr>
          <a:srgbClr val="5C86B9"/>
        </a:buClr>
        <a:buSzPct val="70000"/>
        <a:buFont typeface="Times Roman"/>
        <a:buChar char="•"/>
        <a:tabLst/>
        <a:defRPr b="0" baseline="0" cap="none" i="0" spc="0" strike="noStrike" sz="6000" u="none">
          <a:solidFill>
            <a:srgbClr val="000000"/>
          </a:solidFill>
          <a:uFillTx/>
          <a:latin typeface="Palatino"/>
          <a:ea typeface="Palatino"/>
          <a:cs typeface="Palatino"/>
          <a:sym typeface="Palatino"/>
        </a:defRPr>
      </a:lvl6pPr>
      <a:lvl7pPr marL="2565400" marR="0" indent="-1587500" algn="l" defTabSz="825500" rtl="0" latinLnBrk="0">
        <a:lnSpc>
          <a:spcPct val="100000"/>
        </a:lnSpc>
        <a:spcBef>
          <a:spcPts val="3000"/>
        </a:spcBef>
        <a:spcAft>
          <a:spcPts val="0"/>
        </a:spcAft>
        <a:buClr>
          <a:srgbClr val="5C86B9"/>
        </a:buClr>
        <a:buSzPct val="70000"/>
        <a:buFont typeface="Times Roman"/>
        <a:buChar char="•"/>
        <a:tabLst/>
        <a:defRPr b="0" baseline="0" cap="none" i="0" spc="0" strike="noStrike" sz="6000" u="none">
          <a:solidFill>
            <a:srgbClr val="000000"/>
          </a:solidFill>
          <a:uFillTx/>
          <a:latin typeface="Palatino"/>
          <a:ea typeface="Palatino"/>
          <a:cs typeface="Palatino"/>
          <a:sym typeface="Palatino"/>
        </a:defRPr>
      </a:lvl7pPr>
      <a:lvl8pPr marL="2705100" marR="0" indent="-1587500" algn="l" defTabSz="825500" rtl="0" latinLnBrk="0">
        <a:lnSpc>
          <a:spcPct val="100000"/>
        </a:lnSpc>
        <a:spcBef>
          <a:spcPts val="3000"/>
        </a:spcBef>
        <a:spcAft>
          <a:spcPts val="0"/>
        </a:spcAft>
        <a:buClr>
          <a:srgbClr val="5C86B9"/>
        </a:buClr>
        <a:buSzPct val="70000"/>
        <a:buFont typeface="Times Roman"/>
        <a:buChar char="•"/>
        <a:tabLst/>
        <a:defRPr b="0" baseline="0" cap="none" i="0" spc="0" strike="noStrike" sz="6000" u="none">
          <a:solidFill>
            <a:srgbClr val="000000"/>
          </a:solidFill>
          <a:uFillTx/>
          <a:latin typeface="Palatino"/>
          <a:ea typeface="Palatino"/>
          <a:cs typeface="Palatino"/>
          <a:sym typeface="Palatino"/>
        </a:defRPr>
      </a:lvl8pPr>
      <a:lvl9pPr marL="2844800" marR="0" indent="-1587500" algn="l" defTabSz="825500" rtl="0" latinLnBrk="0">
        <a:lnSpc>
          <a:spcPct val="100000"/>
        </a:lnSpc>
        <a:spcBef>
          <a:spcPts val="3000"/>
        </a:spcBef>
        <a:spcAft>
          <a:spcPts val="0"/>
        </a:spcAft>
        <a:buClr>
          <a:srgbClr val="5C86B9"/>
        </a:buClr>
        <a:buSzPct val="70000"/>
        <a:buFont typeface="Times Roman"/>
        <a:buChar char="•"/>
        <a:tabLst/>
        <a:defRPr b="0" baseline="0" cap="none" i="0" spc="0" strike="noStrike" sz="6000" u="none">
          <a:solidFill>
            <a:srgbClr val="000000"/>
          </a:solidFill>
          <a:uFillTx/>
          <a:latin typeface="Palatino"/>
          <a:ea typeface="Palatino"/>
          <a:cs typeface="Palatino"/>
          <a:sym typeface="Palatino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1pPr>
      <a:lvl2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2pPr>
      <a:lvl3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3pPr>
      <a:lvl4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4pPr>
      <a:lvl5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5pPr>
      <a:lvl6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6pPr>
      <a:lvl7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7pPr>
      <a:lvl8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8pPr>
      <a:lvl9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Rongman Sun"/>
          <p:cNvSpPr txBox="1"/>
          <p:nvPr>
            <p:ph type="body" idx="21"/>
          </p:nvPr>
        </p:nvSpPr>
        <p:spPr>
          <a:xfrm>
            <a:off x="692667" y="12353726"/>
            <a:ext cx="22974301" cy="635001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i="0" sz="3200"/>
            </a:lvl1pPr>
          </a:lstStyle>
          <a:p>
            <a:pPr/>
            <a:r>
              <a:t>Rongman Sun</a:t>
            </a:r>
          </a:p>
        </p:txBody>
      </p:sp>
      <p:sp>
        <p:nvSpPr>
          <p:cNvPr id="155" name="Life Expectancy and Fertility Visualiz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00735">
              <a:lnSpc>
                <a:spcPct val="90000"/>
              </a:lnSpc>
              <a:spcBef>
                <a:spcPts val="2200"/>
              </a:spcBef>
              <a:defRPr spc="0" sz="9506">
                <a:solidFill>
                  <a:srgbClr val="000000"/>
                </a:solidFill>
                <a:latin typeface="Bodoni SvtyTwo ITC TT-Book"/>
                <a:ea typeface="Bodoni SvtyTwo ITC TT-Book"/>
                <a:cs typeface="Bodoni SvtyTwo ITC TT-Book"/>
                <a:sym typeface="Bodoni SvtyTwo ITC TT-Book"/>
              </a:defRPr>
            </a:lvl1pPr>
          </a:lstStyle>
          <a:p>
            <a:pPr/>
            <a:r>
              <a:t>Life Expectancy and Fertility Visualization</a:t>
            </a:r>
          </a:p>
        </p:txBody>
      </p:sp>
      <p:sp>
        <p:nvSpPr>
          <p:cNvPr id="156" name="Interactive Data Visualization using Python and Bokeh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Interactive Data Visualization using Python and Bokeh</a:t>
            </a:r>
          </a:p>
        </p:txBody>
      </p:sp>
      <p:pic>
        <p:nvPicPr>
          <p:cNvPr id="157" name="截屏2026-05-19 16.01.49.png" descr="截屏2026-05-19 16.01.4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20938" y="1092054"/>
            <a:ext cx="10886721" cy="8214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158" name="截屏2026-05-19 16.03.01.png" descr="截屏2026-05-19 16.03.01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744484" y="1092054"/>
            <a:ext cx="10594975" cy="821494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search Ques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Research Question</a:t>
            </a:r>
          </a:p>
        </p:txBody>
      </p:sp>
      <p:sp>
        <p:nvSpPr>
          <p:cNvPr id="161" name="Main Question…"/>
          <p:cNvSpPr txBox="1"/>
          <p:nvPr>
            <p:ph type="body" idx="1"/>
          </p:nvPr>
        </p:nvSpPr>
        <p:spPr>
          <a:xfrm>
            <a:off x="666750" y="3591549"/>
            <a:ext cx="23050500" cy="9218354"/>
          </a:xfrm>
          <a:prstGeom prst="rect">
            <a:avLst/>
          </a:prstGeom>
        </p:spPr>
        <p:txBody>
          <a:bodyPr/>
          <a:lstStyle/>
          <a:p>
            <a:pPr marL="0" indent="0" defTabSz="693419">
              <a:spcBef>
                <a:spcPts val="2500"/>
              </a:spcBef>
              <a:buClrTx/>
              <a:buSzTx/>
              <a:buFontTx/>
              <a:buNone/>
              <a:defRPr b="1" sz="5040"/>
            </a:pPr>
            <a:r>
              <a:t>Main Question</a:t>
            </a:r>
          </a:p>
          <a:p>
            <a:pPr marL="0" indent="0" defTabSz="693419">
              <a:spcBef>
                <a:spcPts val="2500"/>
              </a:spcBef>
              <a:buClrTx/>
              <a:buSzTx/>
              <a:buFontTx/>
              <a:buNone/>
              <a:defRPr sz="4200"/>
            </a:pPr>
            <a:r>
              <a:t>How did life expectancy and fertility change between 1964 and 2013?</a:t>
            </a:r>
          </a:p>
          <a:p>
            <a:pPr marL="1450847" indent="-1333499" defTabSz="693419">
              <a:spcBef>
                <a:spcPts val="2500"/>
              </a:spcBef>
              <a:defRPr sz="4200"/>
            </a:pPr>
            <a:r>
              <a:t>Which regions developed the fastest?</a:t>
            </a:r>
          </a:p>
          <a:p>
            <a:pPr marL="1450847" indent="-1333499" defTabSz="693419">
              <a:spcBef>
                <a:spcPts val="2500"/>
              </a:spcBef>
              <a:defRPr sz="4200"/>
            </a:pPr>
            <a:r>
              <a:t>Did differences between countries become smaller?</a:t>
            </a:r>
          </a:p>
          <a:p>
            <a:pPr marL="0" indent="0" defTabSz="693419">
              <a:spcBef>
                <a:spcPts val="2500"/>
              </a:spcBef>
              <a:buClrTx/>
              <a:buSzTx/>
              <a:buFontTx/>
              <a:buNone/>
              <a:defRPr b="1" sz="4200"/>
            </a:pPr>
            <a:r>
              <a:t>Goal</a:t>
            </a:r>
          </a:p>
          <a:p>
            <a:pPr marL="0" indent="0" defTabSz="693419">
              <a:spcBef>
                <a:spcPts val="2500"/>
              </a:spcBef>
              <a:buClrTx/>
              <a:buSzTx/>
              <a:buFontTx/>
              <a:buNone/>
              <a:defRPr sz="4200"/>
            </a:pPr>
            <a:r>
              <a:t>interactive visualization: </a:t>
            </a:r>
          </a:p>
          <a:p>
            <a:pPr marL="1228597" indent="-1111249" defTabSz="693419">
              <a:spcBef>
                <a:spcPts val="2500"/>
              </a:spcBef>
              <a:defRPr sz="4200"/>
            </a:pPr>
            <a:r>
              <a:t>compare regions</a:t>
            </a:r>
          </a:p>
          <a:p>
            <a:pPr marL="1228597" indent="-1111249" defTabSz="693419">
              <a:spcBef>
                <a:spcPts val="2500"/>
              </a:spcBef>
              <a:defRPr sz="4200"/>
            </a:pPr>
            <a:r>
              <a:t>long-term changes</a:t>
            </a:r>
          </a:p>
          <a:p>
            <a:pPr marL="1228597" indent="-1111249" defTabSz="693419">
              <a:spcBef>
                <a:spcPts val="2500"/>
              </a:spcBef>
              <a:defRPr sz="4200"/>
            </a:pPr>
            <a:r>
              <a:t>global development trends.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Dataset &amp; Design Choi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Dataset &amp; Design Choice</a:t>
            </a:r>
          </a:p>
        </p:txBody>
      </p:sp>
      <p:sp>
        <p:nvSpPr>
          <p:cNvPr id="164" name="Dataset…"/>
          <p:cNvSpPr txBox="1"/>
          <p:nvPr>
            <p:ph type="body" sz="quarter" idx="1"/>
          </p:nvPr>
        </p:nvSpPr>
        <p:spPr>
          <a:xfrm>
            <a:off x="977900" y="3873500"/>
            <a:ext cx="6785681" cy="8890000"/>
          </a:xfrm>
          <a:prstGeom prst="rect">
            <a:avLst/>
          </a:prstGeom>
        </p:spPr>
        <p:txBody>
          <a:bodyPr/>
          <a:lstStyle/>
          <a:p>
            <a:pPr marL="0" indent="0" defTabSz="520065">
              <a:spcBef>
                <a:spcPts val="600"/>
              </a:spcBef>
              <a:buClrTx/>
              <a:buSzTx/>
              <a:buFontTx/>
              <a:buNone/>
              <a:defRPr b="1" sz="3780"/>
            </a:pPr>
            <a:r>
              <a:t>Dataset </a:t>
            </a:r>
          </a:p>
          <a:p>
            <a:pPr marL="1088136" indent="-1000125" defTabSz="520065">
              <a:spcBef>
                <a:spcPts val="600"/>
              </a:spcBef>
              <a:defRPr sz="3780"/>
            </a:pPr>
            <a:r>
              <a:t>Gapminder.org</a:t>
            </a:r>
          </a:p>
          <a:p>
            <a:pPr marL="1088136" indent="-1000125" defTabSz="520065">
              <a:spcBef>
                <a:spcPts val="600"/>
              </a:spcBef>
              <a:defRPr sz="3780"/>
            </a:pPr>
            <a:r>
              <a:t>244 countries</a:t>
            </a:r>
          </a:p>
          <a:p>
            <a:pPr marL="1088136" indent="-1000125" defTabSz="520065">
              <a:spcBef>
                <a:spcPts val="600"/>
              </a:spcBef>
              <a:defRPr sz="3780"/>
            </a:pPr>
            <a:r>
              <a:t>1964–2013</a:t>
            </a:r>
          </a:p>
          <a:p>
            <a:pPr marL="1088136" indent="-1000125" defTabSz="520065">
              <a:spcBef>
                <a:spcPts val="600"/>
              </a:spcBef>
              <a:defRPr sz="3780"/>
            </a:pPr>
            <a:r>
              <a:t>CSV format</a:t>
            </a:r>
          </a:p>
          <a:p>
            <a:pPr marL="0" indent="0" defTabSz="520065">
              <a:spcBef>
                <a:spcPts val="600"/>
              </a:spcBef>
              <a:buClrTx/>
              <a:buSzTx/>
              <a:buFontTx/>
              <a:buNone/>
              <a:defRPr b="1" sz="3780"/>
            </a:pPr>
            <a:r>
              <a:t>Variables</a:t>
            </a:r>
          </a:p>
          <a:p>
            <a:pPr marL="1088136" indent="-1000125" defTabSz="520065">
              <a:spcBef>
                <a:spcPts val="600"/>
              </a:spcBef>
              <a:defRPr sz="3780"/>
            </a:pPr>
            <a:r>
              <a:t>Country</a:t>
            </a:r>
          </a:p>
          <a:p>
            <a:pPr marL="1088136" indent="-1000125" defTabSz="520065">
              <a:spcBef>
                <a:spcPts val="600"/>
              </a:spcBef>
              <a:defRPr sz="3780"/>
            </a:pPr>
            <a:r>
              <a:t>Year</a:t>
            </a:r>
          </a:p>
          <a:p>
            <a:pPr marL="1088136" indent="-1000125" defTabSz="520065">
              <a:spcBef>
                <a:spcPts val="600"/>
              </a:spcBef>
              <a:defRPr sz="3780"/>
            </a:pPr>
            <a:r>
              <a:t>Region</a:t>
            </a:r>
          </a:p>
          <a:p>
            <a:pPr marL="1088136" indent="-1000125" defTabSz="520065">
              <a:spcBef>
                <a:spcPts val="600"/>
              </a:spcBef>
              <a:defRPr sz="3780"/>
            </a:pPr>
            <a:r>
              <a:t>Population</a:t>
            </a:r>
          </a:p>
          <a:p>
            <a:pPr marL="1088136" indent="-1000125" defTabSz="520065">
              <a:spcBef>
                <a:spcPts val="600"/>
              </a:spcBef>
              <a:defRPr sz="3780"/>
            </a:pPr>
            <a:r>
              <a:t>Life expectancy</a:t>
            </a:r>
          </a:p>
          <a:p>
            <a:pPr marL="1088136" indent="-1000125" defTabSz="520065">
              <a:spcBef>
                <a:spcPts val="600"/>
              </a:spcBef>
              <a:defRPr sz="3780"/>
            </a:pPr>
            <a:r>
              <a:t>Fertility</a:t>
            </a:r>
          </a:p>
        </p:txBody>
      </p:sp>
      <p:sp>
        <p:nvSpPr>
          <p:cNvPr id="165" name="Scatter Plot Design…"/>
          <p:cNvSpPr txBox="1"/>
          <p:nvPr/>
        </p:nvSpPr>
        <p:spPr>
          <a:xfrm>
            <a:off x="6354440" y="3873500"/>
            <a:ext cx="8338561" cy="7073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 defTabSz="808990">
              <a:spcBef>
                <a:spcPts val="1000"/>
              </a:spcBef>
              <a:defRPr b="1" sz="3822"/>
            </a:pPr>
            <a:r>
              <a:t>Scatter Plot Design</a:t>
            </a:r>
          </a:p>
          <a:p>
            <a:pPr marL="1692655" indent="-1555750" defTabSz="808990">
              <a:spcBef>
                <a:spcPts val="1000"/>
              </a:spcBef>
              <a:buClr>
                <a:srgbClr val="5C86B9"/>
              </a:buClr>
              <a:buSzPct val="70000"/>
              <a:buFont typeface="Times Roman"/>
              <a:buChar char="•"/>
              <a:defRPr sz="3822"/>
            </a:pPr>
            <a:r>
              <a:t>X-axis → Fertility</a:t>
            </a:r>
          </a:p>
          <a:p>
            <a:pPr marL="1692655" indent="-1555750" defTabSz="808990">
              <a:spcBef>
                <a:spcPts val="1000"/>
              </a:spcBef>
              <a:buClr>
                <a:srgbClr val="5C86B9"/>
              </a:buClr>
              <a:buSzPct val="70000"/>
              <a:buFont typeface="Times Roman"/>
              <a:buChar char="•"/>
              <a:defRPr sz="3822"/>
            </a:pPr>
            <a:r>
              <a:t>Y-axis → Life expectancy</a:t>
            </a:r>
          </a:p>
          <a:p>
            <a:pPr marL="1692655" indent="-1555750" defTabSz="808990">
              <a:spcBef>
                <a:spcPts val="1000"/>
              </a:spcBef>
              <a:buClr>
                <a:srgbClr val="5C86B9"/>
              </a:buClr>
              <a:buSzPct val="70000"/>
              <a:buFont typeface="Times Roman"/>
              <a:buChar char="•"/>
              <a:defRPr sz="3822"/>
            </a:pPr>
            <a:r>
              <a:t>Bubble size → Population</a:t>
            </a:r>
          </a:p>
          <a:p>
            <a:pPr marL="1692655" indent="-1555750" defTabSz="808990">
              <a:spcBef>
                <a:spcPts val="1000"/>
              </a:spcBef>
              <a:buClr>
                <a:srgbClr val="5C86B9"/>
              </a:buClr>
              <a:buSzPct val="70000"/>
              <a:buFont typeface="Times Roman"/>
              <a:buChar char="•"/>
              <a:defRPr sz="3822"/>
            </a:pPr>
            <a:r>
              <a:t>Color → Region</a:t>
            </a:r>
          </a:p>
          <a:p>
            <a:pPr defTabSz="808990">
              <a:spcBef>
                <a:spcPts val="1000"/>
              </a:spcBef>
              <a:defRPr b="1" sz="3822"/>
            </a:pPr>
            <a:r>
              <a:t>Purpose</a:t>
            </a:r>
          </a:p>
          <a:p>
            <a:pPr marL="1692655" indent="-1555750" defTabSz="808990">
              <a:spcBef>
                <a:spcPts val="1000"/>
              </a:spcBef>
              <a:buClr>
                <a:srgbClr val="5C86B9"/>
              </a:buClr>
              <a:buSzPct val="70000"/>
              <a:buFont typeface="Times Roman"/>
              <a:buChar char="•"/>
              <a:defRPr sz="3822"/>
            </a:pPr>
            <a:r>
              <a:t>compare multiple variables</a:t>
            </a:r>
          </a:p>
          <a:p>
            <a:pPr marL="1692655" indent="-1555750" defTabSz="808990">
              <a:spcBef>
                <a:spcPts val="1000"/>
              </a:spcBef>
              <a:buClr>
                <a:srgbClr val="5C86B9"/>
              </a:buClr>
              <a:buSzPct val="70000"/>
              <a:buFont typeface="Times Roman"/>
              <a:buChar char="•"/>
              <a:defRPr sz="3822"/>
            </a:pPr>
            <a:r>
              <a:t>regional differences</a:t>
            </a:r>
          </a:p>
          <a:p>
            <a:pPr marL="1692655" indent="-1555750" defTabSz="808990">
              <a:spcBef>
                <a:spcPts val="1000"/>
              </a:spcBef>
              <a:buClr>
                <a:srgbClr val="5C86B9"/>
              </a:buClr>
              <a:buSzPct val="70000"/>
              <a:buFont typeface="Times Roman"/>
              <a:buChar char="•"/>
              <a:defRPr sz="3822"/>
            </a:pPr>
            <a:r>
              <a:t>time changes</a:t>
            </a:r>
          </a:p>
        </p:txBody>
      </p:sp>
      <p:pic>
        <p:nvPicPr>
          <p:cNvPr id="166" name="截屏2026-05-19 16.07.52.png" descr="截屏2026-05-19 16.07.52.png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988"/>
          <a:stretch>
            <a:fillRect/>
          </a:stretch>
        </p:blipFill>
        <p:spPr>
          <a:xfrm>
            <a:off x="15051921" y="3752850"/>
            <a:ext cx="5618026" cy="26432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67" name="截屏2026-05-19 16.01.49.png" descr="截屏2026-05-19 16.01.49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054974" y="6344443"/>
            <a:ext cx="8616033" cy="65015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Interactive Features"/>
          <p:cNvSpPr txBox="1"/>
          <p:nvPr>
            <p:ph type="title"/>
          </p:nvPr>
        </p:nvSpPr>
        <p:spPr>
          <a:xfrm>
            <a:off x="666750" y="622300"/>
            <a:ext cx="10909300" cy="2870200"/>
          </a:xfrm>
          <a:prstGeom prst="rect">
            <a:avLst/>
          </a:prstGeom>
        </p:spPr>
        <p:txBody>
          <a:bodyPr/>
          <a:lstStyle/>
          <a:p>
            <a:pPr/>
            <a:r>
              <a:t>Interactive Features</a:t>
            </a:r>
          </a:p>
        </p:txBody>
      </p:sp>
      <p:sp>
        <p:nvSpPr>
          <p:cNvPr id="170" name="Bokeh Features…"/>
          <p:cNvSpPr txBox="1"/>
          <p:nvPr>
            <p:ph type="body" sz="half" idx="1"/>
          </p:nvPr>
        </p:nvSpPr>
        <p:spPr>
          <a:xfrm>
            <a:off x="666750" y="3873500"/>
            <a:ext cx="10909300" cy="8890000"/>
          </a:xfrm>
          <a:prstGeom prst="rect">
            <a:avLst/>
          </a:prstGeom>
        </p:spPr>
        <p:txBody>
          <a:bodyPr/>
          <a:lstStyle/>
          <a:p>
            <a:pPr marL="0" indent="0" defTabSz="520065">
              <a:spcBef>
                <a:spcPts val="600"/>
              </a:spcBef>
              <a:buClrTx/>
              <a:buSzTx/>
              <a:buFontTx/>
              <a:buNone/>
              <a:defRPr b="1" sz="3780"/>
            </a:pPr>
            <a:r>
              <a:t>Bokeh Features</a:t>
            </a:r>
          </a:p>
          <a:p>
            <a:pPr marL="954785" indent="-866775" defTabSz="520065">
              <a:spcBef>
                <a:spcPts val="600"/>
              </a:spcBef>
              <a:defRPr sz="3780"/>
            </a:pPr>
            <a:r>
              <a:t>Year slider</a:t>
            </a:r>
          </a:p>
          <a:p>
            <a:pPr marL="954785" indent="-866775" defTabSz="520065">
              <a:spcBef>
                <a:spcPts val="600"/>
              </a:spcBef>
              <a:defRPr sz="3780"/>
            </a:pPr>
            <a:r>
              <a:t>Hover tooltips</a:t>
            </a:r>
          </a:p>
          <a:p>
            <a:pPr marL="954785" indent="-866775" defTabSz="520065">
              <a:spcBef>
                <a:spcPts val="600"/>
              </a:spcBef>
              <a:defRPr sz="3780"/>
            </a:pPr>
            <a:r>
              <a:t>Clickable legend</a:t>
            </a:r>
          </a:p>
          <a:p>
            <a:pPr marL="954785" indent="-866775" defTabSz="520065">
              <a:spcBef>
                <a:spcPts val="600"/>
              </a:spcBef>
              <a:defRPr sz="3780"/>
            </a:pPr>
            <a:r>
              <a:t>Dynamic updates</a:t>
            </a:r>
          </a:p>
          <a:p>
            <a:pPr marL="0" indent="0" defTabSz="520065">
              <a:spcBef>
                <a:spcPts val="600"/>
              </a:spcBef>
              <a:buClrTx/>
              <a:buSzTx/>
              <a:buFontTx/>
              <a:buNone/>
              <a:defRPr b="1" sz="3780"/>
            </a:pPr>
            <a:r>
              <a:t>Hover Information</a:t>
            </a:r>
          </a:p>
          <a:p>
            <a:pPr marL="954785" indent="-866775" defTabSz="520065">
              <a:spcBef>
                <a:spcPts val="600"/>
              </a:spcBef>
              <a:defRPr sz="3780"/>
            </a:pPr>
            <a:r>
              <a:t>Year</a:t>
            </a:r>
          </a:p>
          <a:p>
            <a:pPr marL="954785" indent="-866775" defTabSz="520065">
              <a:spcBef>
                <a:spcPts val="600"/>
              </a:spcBef>
              <a:defRPr sz="3780"/>
            </a:pPr>
            <a:r>
              <a:t>Country</a:t>
            </a:r>
          </a:p>
          <a:p>
            <a:pPr marL="954785" indent="-866775" defTabSz="520065">
              <a:spcBef>
                <a:spcPts val="600"/>
              </a:spcBef>
              <a:defRPr sz="3780"/>
            </a:pPr>
            <a:r>
              <a:t>Population</a:t>
            </a:r>
          </a:p>
          <a:p>
            <a:pPr marL="954785" indent="-866775" defTabSz="520065">
              <a:spcBef>
                <a:spcPts val="600"/>
              </a:spcBef>
              <a:defRPr sz="3780"/>
            </a:pPr>
            <a:r>
              <a:t>Fertility</a:t>
            </a:r>
          </a:p>
          <a:p>
            <a:pPr marL="954785" indent="-866775" defTabSz="520065">
              <a:spcBef>
                <a:spcPts val="600"/>
              </a:spcBef>
              <a:defRPr sz="3780"/>
            </a:pPr>
            <a:r>
              <a:t>Life expectancy</a:t>
            </a:r>
          </a:p>
          <a:p>
            <a:pPr marL="0" indent="0" defTabSz="520065">
              <a:spcBef>
                <a:spcPts val="600"/>
              </a:spcBef>
              <a:buClrTx/>
              <a:buSzTx/>
              <a:buFontTx/>
              <a:buNone/>
              <a:defRPr b="1" sz="3780"/>
            </a:pPr>
            <a:r>
              <a:t>Interaction Slider + JavaScript callback.</a:t>
            </a:r>
          </a:p>
        </p:txBody>
      </p:sp>
      <p:grpSp>
        <p:nvGrpSpPr>
          <p:cNvPr id="173" name="成组"/>
          <p:cNvGrpSpPr/>
          <p:nvPr/>
        </p:nvGrpSpPr>
        <p:grpSpPr>
          <a:xfrm>
            <a:off x="12339496" y="1599267"/>
            <a:ext cx="10342963" cy="11048093"/>
            <a:chOff x="0" y="0"/>
            <a:chExt cx="10342962" cy="11048091"/>
          </a:xfrm>
        </p:grpSpPr>
        <p:pic>
          <p:nvPicPr>
            <p:cNvPr id="171" name="截屏2026-05-19 16.15.05.png" descr="截屏2026-05-19 16.15.05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21725" y="4035375"/>
              <a:ext cx="10299511" cy="701271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2" name="截屏2026-05-20 00.25.12.png" descr="截屏2026-05-20 00.25.12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10342963" cy="40725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Workflow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Workflow</a:t>
            </a:r>
          </a:p>
        </p:txBody>
      </p:sp>
      <p:sp>
        <p:nvSpPr>
          <p:cNvPr id="176" name="Python → HTML → JavaScript → BokehJS…"/>
          <p:cNvSpPr txBox="1"/>
          <p:nvPr>
            <p:ph type="body" sz="half" idx="1"/>
          </p:nvPr>
        </p:nvSpPr>
        <p:spPr>
          <a:xfrm>
            <a:off x="567768" y="3873500"/>
            <a:ext cx="11936165" cy="8890000"/>
          </a:xfrm>
          <a:prstGeom prst="rect">
            <a:avLst/>
          </a:prstGeom>
        </p:spPr>
        <p:txBody>
          <a:bodyPr/>
          <a:lstStyle/>
          <a:p>
            <a:pPr marL="0" indent="0" defTabSz="520065">
              <a:spcBef>
                <a:spcPts val="1800"/>
              </a:spcBef>
              <a:buClrTx/>
              <a:buSzTx/>
              <a:buFontTx/>
              <a:buNone/>
              <a:defRPr b="1" sz="3780"/>
            </a:pPr>
            <a:r>
              <a:t>Python → HTML → JavaScript → BokehJS</a:t>
            </a:r>
          </a:p>
          <a:p>
            <a:pPr marL="0" indent="0" defTabSz="520065">
              <a:spcBef>
                <a:spcPts val="1800"/>
              </a:spcBef>
              <a:buClrTx/>
              <a:buSzTx/>
              <a:buFontTx/>
              <a:buNone/>
              <a:defRPr b="1" sz="3780"/>
            </a:pPr>
            <a:r>
              <a:t>Data process</a:t>
            </a:r>
          </a:p>
          <a:p>
            <a:pPr marL="646234" indent="-646234" defTabSz="520065">
              <a:spcBef>
                <a:spcPts val="1800"/>
              </a:spcBef>
              <a:buClrTx/>
              <a:buSzPct val="100000"/>
              <a:buFontTx/>
              <a:buAutoNum type="circleNumDbPlain" startAt="1"/>
              <a:defRPr sz="3780"/>
            </a:pPr>
            <a:r>
              <a:t>Python/Pandas </a:t>
            </a:r>
            <a:r>
              <a:rPr>
                <a:solidFill>
                  <a:schemeClr val="accent1"/>
                </a:solidFill>
              </a:rPr>
              <a:t> (CSV, scale pop, split region) </a:t>
            </a:r>
            <a:endParaRPr>
              <a:solidFill>
                <a:schemeClr val="accent1"/>
              </a:solidFill>
            </a:endParaRPr>
          </a:p>
          <a:p>
            <a:pPr marL="646234" indent="-646234" defTabSz="520065">
              <a:spcBef>
                <a:spcPts val="1800"/>
              </a:spcBef>
              <a:buClrTx/>
              <a:buSzPct val="100000"/>
              <a:buFontTx/>
              <a:buAutoNum type="circleNumDbPlain" startAt="1"/>
              <a:defRPr sz="3780"/>
            </a:pPr>
            <a:r>
              <a:t>Bokeh </a:t>
            </a:r>
            <a:r>
              <a:rPr sz="3716"/>
              <a:t>visualization</a:t>
            </a:r>
            <a:r>
              <a:t> </a:t>
            </a:r>
            <a:r>
              <a:rPr>
                <a:solidFill>
                  <a:schemeClr val="accent1"/>
                </a:solidFill>
              </a:rPr>
              <a:t> (plot, slider, legend, hover)</a:t>
            </a:r>
            <a:endParaRPr>
              <a:solidFill>
                <a:schemeClr val="accent1"/>
              </a:solidFill>
            </a:endParaRPr>
          </a:p>
          <a:p>
            <a:pPr marL="646234" indent="-646234" defTabSz="520065">
              <a:spcBef>
                <a:spcPts val="1800"/>
              </a:spcBef>
              <a:buClrTx/>
              <a:buSzPct val="100000"/>
              <a:buFontTx/>
              <a:buAutoNum type="circleNumDbPlain" startAt="1"/>
              <a:defRPr sz="3780"/>
            </a:pPr>
            <a:r>
              <a:t>User selects a year</a:t>
            </a:r>
            <a:r>
              <a:rPr>
                <a:solidFill>
                  <a:schemeClr val="accent1"/>
                </a:solidFill>
              </a:rPr>
              <a:t>  (slider Interaction)</a:t>
            </a:r>
            <a:endParaRPr>
              <a:solidFill>
                <a:schemeClr val="accent1"/>
              </a:solidFill>
            </a:endParaRPr>
          </a:p>
          <a:p>
            <a:pPr marL="646234" indent="-646234" defTabSz="520065">
              <a:spcBef>
                <a:spcPts val="1800"/>
              </a:spcBef>
              <a:buClrTx/>
              <a:buSzPct val="100000"/>
              <a:buFontTx/>
              <a:buAutoNum type="circleNumDbPlain" startAt="1"/>
              <a:defRPr sz="3780"/>
            </a:pPr>
            <a:r>
              <a:t>JavaScript callback</a:t>
            </a:r>
            <a:r>
              <a:rPr>
                <a:solidFill>
                  <a:schemeClr val="accent1">
                    <a:hueOff val="228644"/>
                    <a:lumOff val="-9058"/>
                  </a:schemeClr>
                </a:solidFill>
              </a:rPr>
              <a:t> </a:t>
            </a:r>
            <a:r>
              <a:rPr>
                <a:solidFill>
                  <a:schemeClr val="accent1"/>
                </a:solidFill>
              </a:rPr>
              <a:t> (filter data source)</a:t>
            </a:r>
            <a:endParaRPr>
              <a:solidFill>
                <a:schemeClr val="accent1"/>
              </a:solidFill>
            </a:endParaRPr>
          </a:p>
          <a:p>
            <a:pPr marL="646234" indent="-646234" defTabSz="520065">
              <a:spcBef>
                <a:spcPts val="1800"/>
              </a:spcBef>
              <a:buClrTx/>
              <a:buSzPct val="100000"/>
              <a:buFontTx/>
              <a:buAutoNum type="circleNumDbPlain" startAt="1"/>
              <a:defRPr sz="3780"/>
            </a:pPr>
            <a:r>
              <a:t>BokehJS redraw </a:t>
            </a:r>
            <a:r>
              <a:rPr>
                <a:solidFill>
                  <a:schemeClr val="accent1"/>
                </a:solidFill>
              </a:rPr>
              <a:t> (update chart)</a:t>
            </a:r>
            <a:endParaRPr>
              <a:solidFill>
                <a:schemeClr val="accent1"/>
              </a:solidFill>
            </a:endParaRPr>
          </a:p>
          <a:p>
            <a:pPr marL="0" indent="0" defTabSz="520065">
              <a:spcBef>
                <a:spcPts val="1800"/>
              </a:spcBef>
              <a:buClrTx/>
              <a:buSzTx/>
              <a:buFontTx/>
              <a:buNone/>
              <a:defRPr b="1" sz="3780"/>
            </a:pPr>
            <a:r>
              <a:t>Main Learning</a:t>
            </a:r>
          </a:p>
          <a:p>
            <a:pPr marL="1088136" indent="-1000125" defTabSz="520065">
              <a:spcBef>
                <a:spcPts val="1800"/>
              </a:spcBef>
              <a:defRPr sz="3780"/>
            </a:pPr>
            <a:r>
              <a:t>Python + JavaScript + Bokeh</a:t>
            </a:r>
          </a:p>
          <a:p>
            <a:pPr marL="1088136" indent="-1000125" defTabSz="520065">
              <a:spcBef>
                <a:spcPts val="1800"/>
              </a:spcBef>
              <a:defRPr sz="3780"/>
            </a:pPr>
            <a:r>
              <a:t>interactive systems</a:t>
            </a:r>
          </a:p>
        </p:txBody>
      </p:sp>
      <p:grpSp>
        <p:nvGrpSpPr>
          <p:cNvPr id="179" name="成组"/>
          <p:cNvGrpSpPr/>
          <p:nvPr/>
        </p:nvGrpSpPr>
        <p:grpSpPr>
          <a:xfrm>
            <a:off x="14121060" y="3554162"/>
            <a:ext cx="8083587" cy="4072530"/>
            <a:chOff x="0" y="0"/>
            <a:chExt cx="8083586" cy="4072528"/>
          </a:xfrm>
        </p:grpSpPr>
        <p:pic>
          <p:nvPicPr>
            <p:cNvPr id="177" name="截屏2026-05-19 16.59.30.png" descr="截屏2026-05-19 16.59.30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8083587" cy="270566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8" name="截屏2026-05-19 17.01.47.png" descr="截屏2026-05-19 17.01.47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2731146"/>
              <a:ext cx="8083587" cy="13413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Main Finding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Main Findings</a:t>
            </a:r>
          </a:p>
        </p:txBody>
      </p:sp>
      <p:sp>
        <p:nvSpPr>
          <p:cNvPr id="182" name="Global Trends   (chart shift)…"/>
          <p:cNvSpPr txBox="1"/>
          <p:nvPr>
            <p:ph type="body" sz="half" idx="1"/>
          </p:nvPr>
        </p:nvSpPr>
        <p:spPr>
          <a:xfrm>
            <a:off x="673100" y="3873500"/>
            <a:ext cx="12313065" cy="8960934"/>
          </a:xfrm>
          <a:prstGeom prst="rect">
            <a:avLst/>
          </a:prstGeom>
        </p:spPr>
        <p:txBody>
          <a:bodyPr/>
          <a:lstStyle/>
          <a:p>
            <a:pPr marL="0" indent="0" defTabSz="627379">
              <a:spcBef>
                <a:spcPts val="2200"/>
              </a:spcBef>
              <a:buClrTx/>
              <a:buSzTx/>
              <a:buFontTx/>
              <a:buNone/>
              <a:defRPr b="1" sz="4560"/>
            </a:pPr>
            <a:r>
              <a:t>Global Trends </a:t>
            </a:r>
            <a:r>
              <a:rPr b="0">
                <a:solidFill>
                  <a:schemeClr val="accent1">
                    <a:hueOff val="109193"/>
                    <a:satOff val="-4874"/>
                    <a:lumOff val="12971"/>
                  </a:schemeClr>
                </a:solidFill>
              </a:rPr>
              <a:t>  (chart shift)</a:t>
            </a:r>
            <a:endParaRPr b="0">
              <a:solidFill>
                <a:schemeClr val="accent1">
                  <a:hueOff val="109193"/>
                  <a:satOff val="-4874"/>
                  <a:lumOff val="12971"/>
                </a:schemeClr>
              </a:solidFill>
            </a:endParaRPr>
          </a:p>
          <a:p>
            <a:pPr marL="1312672" indent="-1206500" defTabSz="627379">
              <a:spcBef>
                <a:spcPts val="2200"/>
              </a:spcBef>
              <a:defRPr sz="4560"/>
            </a:pPr>
            <a:r>
              <a:t>Fertility ⬇️ Life expectancy ⬆️</a:t>
            </a:r>
          </a:p>
          <a:p>
            <a:pPr marL="0" indent="0" defTabSz="627379">
              <a:spcBef>
                <a:spcPts val="2200"/>
              </a:spcBef>
              <a:buClrTx/>
              <a:buSzTx/>
              <a:buFontTx/>
              <a:buNone/>
              <a:defRPr b="1" sz="4560"/>
            </a:pPr>
            <a:r>
              <a:t>Regional Development  </a:t>
            </a:r>
            <a:r>
              <a:rPr b="0">
                <a:solidFill>
                  <a:schemeClr val="accent1">
                    <a:hueOff val="109193"/>
                    <a:satOff val="-4874"/>
                    <a:lumOff val="12971"/>
                  </a:schemeClr>
                </a:solidFill>
              </a:rPr>
              <a:t>(Life expectancy)</a:t>
            </a:r>
            <a:endParaRPr>
              <a:solidFill>
                <a:schemeClr val="accent1">
                  <a:hueOff val="109193"/>
                  <a:satOff val="-4874"/>
                  <a:lumOff val="12971"/>
                </a:schemeClr>
              </a:solidFill>
            </a:endParaRPr>
          </a:p>
          <a:p>
            <a:pPr marL="1312672" indent="-1206500" defTabSz="627379">
              <a:spcBef>
                <a:spcPts val="2200"/>
              </a:spcBef>
              <a:defRPr sz="4560"/>
            </a:pPr>
            <a:r>
              <a:t>Europe&amp;North America developed earlier</a:t>
            </a:r>
          </a:p>
          <a:p>
            <a:pPr marL="1312672" indent="-1206500" defTabSz="627379">
              <a:spcBef>
                <a:spcPts val="2200"/>
              </a:spcBef>
              <a:defRPr sz="4560"/>
            </a:pPr>
            <a:r>
              <a:t>East Asia rapidly</a:t>
            </a:r>
          </a:p>
          <a:p>
            <a:pPr marL="1312672" indent="-1206500" defTabSz="627379">
              <a:spcBef>
                <a:spcPts val="2200"/>
              </a:spcBef>
              <a:defRPr sz="4560"/>
            </a:pPr>
            <a:r>
              <a:t>Sub-Saharan Africa slowly</a:t>
            </a:r>
          </a:p>
          <a:p>
            <a:pPr marL="0" indent="0" defTabSz="627379">
              <a:spcBef>
                <a:spcPts val="2200"/>
              </a:spcBef>
              <a:buClrTx/>
              <a:buSzTx/>
              <a:buFontTx/>
              <a:buNone/>
              <a:defRPr b="1" sz="4560"/>
            </a:pPr>
            <a:r>
              <a:t>Country Differences  </a:t>
            </a:r>
            <a:r>
              <a:rPr b="0">
                <a:solidFill>
                  <a:schemeClr val="accent1">
                    <a:hueOff val="109193"/>
                    <a:satOff val="-4874"/>
                    <a:lumOff val="12971"/>
                  </a:schemeClr>
                </a:solidFill>
              </a:rPr>
              <a:t>(points concentrated)</a:t>
            </a:r>
            <a:endParaRPr b="0">
              <a:solidFill>
                <a:schemeClr val="accent1">
                  <a:hueOff val="109193"/>
                  <a:satOff val="-4874"/>
                  <a:lumOff val="12971"/>
                </a:schemeClr>
              </a:solidFill>
            </a:endParaRPr>
          </a:p>
          <a:p>
            <a:pPr marL="1312672" indent="-1206500" defTabSz="627379">
              <a:spcBef>
                <a:spcPts val="2200"/>
              </a:spcBef>
              <a:defRPr sz="4560"/>
            </a:pPr>
            <a:r>
              <a:t>Countries became similar</a:t>
            </a:r>
          </a:p>
        </p:txBody>
      </p:sp>
      <p:grpSp>
        <p:nvGrpSpPr>
          <p:cNvPr id="185" name="成组"/>
          <p:cNvGrpSpPr/>
          <p:nvPr/>
        </p:nvGrpSpPr>
        <p:grpSpPr>
          <a:xfrm>
            <a:off x="14416521" y="972387"/>
            <a:ext cx="7742958" cy="11771226"/>
            <a:chOff x="0" y="0"/>
            <a:chExt cx="7742956" cy="11771226"/>
          </a:xfrm>
        </p:grpSpPr>
        <p:pic>
          <p:nvPicPr>
            <p:cNvPr id="183" name="截屏2026-05-19 16.01.49.png" descr="截屏2026-05-19 16.01.49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51330" y="0"/>
              <a:ext cx="7640296" cy="57652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84" name="截屏2026-05-19 16.03.01.png" descr="截屏2026-05-19 16.03.01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5767628"/>
              <a:ext cx="7742957" cy="600359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Limitations &amp; Future Improvement"/>
          <p:cNvSpPr txBox="1"/>
          <p:nvPr>
            <p:ph type="title"/>
          </p:nvPr>
        </p:nvSpPr>
        <p:spPr>
          <a:xfrm>
            <a:off x="673100" y="622300"/>
            <a:ext cx="21715990" cy="2870200"/>
          </a:xfrm>
          <a:prstGeom prst="rect">
            <a:avLst/>
          </a:prstGeom>
        </p:spPr>
        <p:txBody>
          <a:bodyPr/>
          <a:lstStyle/>
          <a:p>
            <a:pPr/>
            <a:r>
              <a:t>Limitations &amp; Future Improvement</a:t>
            </a:r>
          </a:p>
        </p:txBody>
      </p:sp>
      <p:sp>
        <p:nvSpPr>
          <p:cNvPr id="188" name="Limitations…"/>
          <p:cNvSpPr txBox="1"/>
          <p:nvPr>
            <p:ph type="body" sz="half" idx="1"/>
          </p:nvPr>
        </p:nvSpPr>
        <p:spPr>
          <a:xfrm>
            <a:off x="673100" y="3721100"/>
            <a:ext cx="13846481" cy="9359900"/>
          </a:xfrm>
          <a:prstGeom prst="rect">
            <a:avLst/>
          </a:prstGeom>
        </p:spPr>
        <p:txBody>
          <a:bodyPr/>
          <a:lstStyle/>
          <a:p>
            <a:pPr marL="0" indent="0" defTabSz="619125">
              <a:spcBef>
                <a:spcPts val="2200"/>
              </a:spcBef>
              <a:buClrTx/>
              <a:buSzTx/>
              <a:buFontTx/>
              <a:buNone/>
              <a:defRPr b="1" sz="4500"/>
            </a:pPr>
            <a:r>
              <a:t>Limitations</a:t>
            </a:r>
          </a:p>
          <a:p>
            <a:pPr marL="1295400" indent="-1190625" defTabSz="619125">
              <a:spcBef>
                <a:spcPts val="2200"/>
              </a:spcBef>
              <a:defRPr sz="4500"/>
            </a:pPr>
            <a:r>
              <a:t>Overlapping countries</a:t>
            </a:r>
          </a:p>
          <a:p>
            <a:pPr marL="1295400" indent="-1190625" defTabSz="619125">
              <a:spcBef>
                <a:spcPts val="2200"/>
              </a:spcBef>
              <a:defRPr sz="4500"/>
            </a:pPr>
            <a:r>
              <a:t>Simplified population scaling</a:t>
            </a:r>
          </a:p>
          <a:p>
            <a:pPr marL="1295400" indent="-1190625" defTabSz="619125">
              <a:spcBef>
                <a:spcPts val="2200"/>
              </a:spcBef>
              <a:defRPr sz="4500"/>
            </a:pPr>
            <a:r>
              <a:t>Missing data</a:t>
            </a:r>
          </a:p>
          <a:p>
            <a:pPr marL="1295400" indent="-1190625" defTabSz="619125">
              <a:spcBef>
                <a:spcPts val="2200"/>
              </a:spcBef>
              <a:defRPr sz="4500"/>
            </a:pPr>
            <a:r>
              <a:t>Browser performance limits</a:t>
            </a:r>
          </a:p>
          <a:p>
            <a:pPr marL="0" indent="0" defTabSz="619125">
              <a:spcBef>
                <a:spcPts val="2200"/>
              </a:spcBef>
              <a:buClrTx/>
              <a:buSzTx/>
              <a:buFontTx/>
              <a:buNone/>
              <a:defRPr b="1" sz="4500"/>
            </a:pPr>
            <a:r>
              <a:t>Future Improvements</a:t>
            </a:r>
          </a:p>
          <a:p>
            <a:pPr marL="1295400" indent="-1190625" defTabSz="619125">
              <a:spcBef>
                <a:spcPts val="2200"/>
              </a:spcBef>
              <a:defRPr sz="4500"/>
            </a:pPr>
            <a:r>
              <a:t>Country search function</a:t>
            </a:r>
          </a:p>
          <a:p>
            <a:pPr marL="1295400" indent="-1190625" defTabSz="619125">
              <a:spcBef>
                <a:spcPts val="2200"/>
              </a:spcBef>
              <a:defRPr sz="4500"/>
            </a:pPr>
            <a:r>
              <a:t>Animation playback</a:t>
            </a:r>
          </a:p>
          <a:p>
            <a:pPr marL="1295400" indent="-1190625" defTabSz="619125">
              <a:spcBef>
                <a:spcPts val="2200"/>
              </a:spcBef>
              <a:defRPr sz="4500"/>
            </a:pPr>
            <a:r>
              <a:t>Map visualization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Challenges &amp; Learning"/>
          <p:cNvSpPr txBox="1"/>
          <p:nvPr>
            <p:ph type="title"/>
          </p:nvPr>
        </p:nvSpPr>
        <p:spPr>
          <a:xfrm>
            <a:off x="673100" y="622300"/>
            <a:ext cx="20481722" cy="2870200"/>
          </a:xfrm>
          <a:prstGeom prst="rect">
            <a:avLst/>
          </a:prstGeom>
        </p:spPr>
        <p:txBody>
          <a:bodyPr/>
          <a:lstStyle/>
          <a:p>
            <a:pPr/>
            <a:r>
              <a:t>Challenges &amp; Learning</a:t>
            </a:r>
          </a:p>
        </p:txBody>
      </p:sp>
      <p:sp>
        <p:nvSpPr>
          <p:cNvPr id="191" name="Challenges…"/>
          <p:cNvSpPr txBox="1"/>
          <p:nvPr>
            <p:ph type="body" idx="1"/>
          </p:nvPr>
        </p:nvSpPr>
        <p:spPr>
          <a:xfrm>
            <a:off x="914275" y="3873500"/>
            <a:ext cx="20680139" cy="8890000"/>
          </a:xfrm>
          <a:prstGeom prst="rect">
            <a:avLst/>
          </a:prstGeom>
        </p:spPr>
        <p:txBody>
          <a:bodyPr/>
          <a:lstStyle/>
          <a:p>
            <a:pPr marL="0" indent="0" defTabSz="520065">
              <a:spcBef>
                <a:spcPts val="1800"/>
              </a:spcBef>
              <a:buClrTx/>
              <a:buSzTx/>
              <a:buFontTx/>
              <a:buNone/>
              <a:defRPr b="1" sz="3780"/>
            </a:pPr>
            <a:r>
              <a:t>Challenges</a:t>
            </a:r>
          </a:p>
          <a:p>
            <a:pPr marL="1088136" indent="-1000125" defTabSz="520065">
              <a:spcBef>
                <a:spcPts val="1800"/>
              </a:spcBef>
              <a:defRPr sz="3780"/>
            </a:pPr>
            <a:r>
              <a:t>First time using Bokeh</a:t>
            </a:r>
          </a:p>
          <a:p>
            <a:pPr marL="1088136" indent="-1000125" defTabSz="520065">
              <a:spcBef>
                <a:spcPts val="1800"/>
              </a:spcBef>
              <a:defRPr sz="3780"/>
            </a:pPr>
            <a:r>
              <a:t>JavaScript callbacks</a:t>
            </a:r>
          </a:p>
          <a:p>
            <a:pPr marL="1088136" indent="-1000125" defTabSz="520065">
              <a:spcBef>
                <a:spcPts val="1800"/>
              </a:spcBef>
              <a:defRPr sz="3780"/>
            </a:pPr>
            <a:r>
              <a:t>Multiple data sources</a:t>
            </a:r>
          </a:p>
          <a:p>
            <a:pPr marL="0" indent="0" defTabSz="520065">
              <a:spcBef>
                <a:spcPts val="1800"/>
              </a:spcBef>
              <a:buClrTx/>
              <a:buSzTx/>
              <a:buFontTx/>
              <a:buNone/>
              <a:defRPr b="1" sz="3780"/>
            </a:pPr>
            <a:r>
              <a:t>What I Learned</a:t>
            </a:r>
          </a:p>
          <a:p>
            <a:pPr marL="1088136" indent="-1000125" defTabSz="520065">
              <a:spcBef>
                <a:spcPts val="1800"/>
              </a:spcBef>
              <a:defRPr sz="3780"/>
            </a:pPr>
            <a:r>
              <a:t>Interactive visualization</a:t>
            </a:r>
          </a:p>
          <a:p>
            <a:pPr marL="1088136" indent="-1000125" defTabSz="520065">
              <a:spcBef>
                <a:spcPts val="1800"/>
              </a:spcBef>
              <a:defRPr sz="3780"/>
            </a:pPr>
            <a:r>
              <a:t>Data transformation (read + scale + split)</a:t>
            </a:r>
          </a:p>
          <a:p>
            <a:pPr marL="1088136" indent="-1000125" defTabSz="520065">
              <a:spcBef>
                <a:spcPts val="1800"/>
              </a:spcBef>
              <a:defRPr sz="3780"/>
            </a:pPr>
            <a:r>
              <a:t>Bokeh (Python + Javascript)</a:t>
            </a:r>
          </a:p>
          <a:p>
            <a:pPr marL="1088136" indent="-1000125" defTabSz="520065">
              <a:spcBef>
                <a:spcPts val="1800"/>
              </a:spcBef>
              <a:defRPr sz="3780"/>
            </a:pPr>
            <a:r>
              <a:t>GitHub (code + project)</a:t>
            </a:r>
          </a:p>
          <a:p>
            <a:pPr marL="0" indent="0" defTabSz="520065">
              <a:spcBef>
                <a:spcPts val="1800"/>
              </a:spcBef>
              <a:buClrTx/>
              <a:buSzTx/>
              <a:buFontTx/>
              <a:buNone/>
              <a:defRPr sz="3780"/>
            </a:pPr>
            <a:r>
              <a:t>design choices simplify data, interactive visualization better trends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hanks"/>
          <p:cNvSpPr txBox="1"/>
          <p:nvPr>
            <p:ph type="body" idx="21"/>
          </p:nvPr>
        </p:nvSpPr>
        <p:spPr>
          <a:xfrm>
            <a:off x="2387600" y="5660238"/>
            <a:ext cx="19621500" cy="1658924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pc="-197" sz="9900">
                <a:solidFill>
                  <a:schemeClr val="accent1">
                    <a:hueOff val="54750"/>
                    <a:satOff val="-1697"/>
                    <a:lumOff val="-18038"/>
                  </a:schemeClr>
                </a:solidFill>
                <a:latin typeface="+mn-lt"/>
                <a:ea typeface="+mn-ea"/>
                <a:cs typeface="+mn-cs"/>
                <a:sym typeface="Didot"/>
              </a:defRPr>
            </a:lvl1pPr>
          </a:lstStyle>
          <a:p>
            <a:pPr/>
            <a:r>
              <a:t>Thanks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png"/></Relationships>

</file>

<file path=ppt/theme/_rels/theme2.xml.rels><?xml version="1.0" encoding="UTF-8"?>
<Relationships xmlns="http://schemas.openxmlformats.org/package/2006/relationships"><Relationship Id="rId1" Type="http://schemas.openxmlformats.org/officeDocument/2006/relationships/image" Target="../media/image2.png"/></Relationships>

</file>

<file path=ppt/theme/theme1.xml><?xml version="1.0" encoding="utf-8"?>
<a:theme xmlns:a="http://schemas.openxmlformats.org/drawingml/2006/main" xmlns:r="http://schemas.openxmlformats.org/officeDocument/2006/relationships" name="Editorial">
  <a:themeElements>
    <a:clrScheme name="Editorial">
      <a:dk1>
        <a:srgbClr val="000000"/>
      </a:dk1>
      <a:lt1>
        <a:srgbClr val="FFFFFF"/>
      </a:lt1>
      <a:dk2>
        <a:srgbClr val="615F5C"/>
      </a:dk2>
      <a:lt2>
        <a:srgbClr val="D6D3CB"/>
      </a:lt2>
      <a:accent1>
        <a:srgbClr val="4D76A4"/>
      </a:accent1>
      <a:accent2>
        <a:srgbClr val="729460"/>
      </a:accent2>
      <a:accent3>
        <a:srgbClr val="D6AD40"/>
      </a:accent3>
      <a:accent4>
        <a:srgbClr val="DC7D39"/>
      </a:accent4>
      <a:accent5>
        <a:srgbClr val="C36061"/>
      </a:accent5>
      <a:accent6>
        <a:srgbClr val="7E649B"/>
      </a:accent6>
      <a:hlink>
        <a:srgbClr val="0000FF"/>
      </a:hlink>
      <a:folHlink>
        <a:srgbClr val="FF00FF"/>
      </a:folHlink>
    </a:clrScheme>
    <a:fontScheme name="Editorial">
      <a:majorFont>
        <a:latin typeface="Didot"/>
        <a:ea typeface="Didot"/>
        <a:cs typeface="Didot"/>
      </a:majorFont>
      <a:minorFont>
        <a:latin typeface="Didot"/>
        <a:ea typeface="Didot"/>
        <a:cs typeface="Didot"/>
      </a:minorFont>
    </a:fontScheme>
    <a:fmtScheme name="Edito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Palatino"/>
            <a:ea typeface="Palatino"/>
            <a:cs typeface="Palatino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>
              <a:hueOff val="109193"/>
              <a:satOff val="-4874"/>
              <a:lumOff val="12971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30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6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Palatino"/>
            <a:ea typeface="Palatino"/>
            <a:cs typeface="Palatino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Editorial">
  <a:themeElements>
    <a:clrScheme name="Editorial">
      <a:dk1>
        <a:srgbClr val="000000"/>
      </a:dk1>
      <a:lt1>
        <a:srgbClr val="FFFFFF"/>
      </a:lt1>
      <a:dk2>
        <a:srgbClr val="615F5C"/>
      </a:dk2>
      <a:lt2>
        <a:srgbClr val="D6D3CB"/>
      </a:lt2>
      <a:accent1>
        <a:srgbClr val="4D76A4"/>
      </a:accent1>
      <a:accent2>
        <a:srgbClr val="729460"/>
      </a:accent2>
      <a:accent3>
        <a:srgbClr val="D6AD40"/>
      </a:accent3>
      <a:accent4>
        <a:srgbClr val="DC7D39"/>
      </a:accent4>
      <a:accent5>
        <a:srgbClr val="C36061"/>
      </a:accent5>
      <a:accent6>
        <a:srgbClr val="7E649B"/>
      </a:accent6>
      <a:hlink>
        <a:srgbClr val="0000FF"/>
      </a:hlink>
      <a:folHlink>
        <a:srgbClr val="FF00FF"/>
      </a:folHlink>
    </a:clrScheme>
    <a:fontScheme name="Editorial">
      <a:majorFont>
        <a:latin typeface="Didot"/>
        <a:ea typeface="Didot"/>
        <a:cs typeface="Didot"/>
      </a:majorFont>
      <a:minorFont>
        <a:latin typeface="Didot"/>
        <a:ea typeface="Didot"/>
        <a:cs typeface="Didot"/>
      </a:minorFont>
    </a:fontScheme>
    <a:fmtScheme name="Edito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Palatino"/>
            <a:ea typeface="Palatino"/>
            <a:cs typeface="Palatino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>
              <a:hueOff val="109193"/>
              <a:satOff val="-4874"/>
              <a:lumOff val="12971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30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6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Palatino"/>
            <a:ea typeface="Palatino"/>
            <a:cs typeface="Palatino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